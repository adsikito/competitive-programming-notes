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1" r:id="rId5"/>
    <p:sldId id="259" r:id="rId6"/>
    <p:sldId id="260" r:id="rId7"/>
    <p:sldId id="264" r:id="rId8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https://www.luogu.com.cn/problem/P3367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https://www.luogu.com.cn/problem/P3367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r>
              <a:rPr lang="zh-CN" altLang="en-US"/>
              <a:t>板子题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000760" y="678815"/>
            <a:ext cx="10309860" cy="5327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并查集能维护连通性、传递性，通俗地说，</a:t>
            </a:r>
            <a:r>
              <a:rPr lang="zh-CN" altLang="en-US">
                <a:solidFill>
                  <a:srgbClr val="FF0000"/>
                </a:solidFill>
              </a:rPr>
              <a:t>亲戚的亲戚是亲戚</a:t>
            </a:r>
            <a:r>
              <a:rPr lang="zh-CN" altLang="en-US"/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然而当我们需要维护一些对立关系，比如</a:t>
            </a:r>
            <a:r>
              <a:rPr lang="zh-CN" altLang="en-US">
                <a:solidFill>
                  <a:srgbClr val="FF0000"/>
                </a:solidFill>
              </a:rPr>
              <a:t> 敌人的敌人是朋友</a:t>
            </a:r>
            <a:r>
              <a:rPr lang="zh-CN" altLang="en-US"/>
              <a:t> 时，正常的并查集就很难满足我们的需求。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这时，</a:t>
            </a:r>
            <a:r>
              <a:rPr lang="zh-CN" altLang="en-US">
                <a:solidFill>
                  <a:srgbClr val="FF0000"/>
                </a:solidFill>
              </a:rPr>
              <a:t>种类并查集</a:t>
            </a:r>
            <a:r>
              <a:rPr lang="zh-CN" altLang="en-US"/>
              <a:t>（扩展域</a:t>
            </a:r>
            <a:r>
              <a:rPr lang="zh-CN" altLang="en-US"/>
              <a:t>并查集）就诞生了。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常见的做法是将原并查集扩大一倍规模，并划分为两个种类：其中[</a:t>
            </a:r>
            <a:r>
              <a:rPr lang="en-US" altLang="zh-CN"/>
              <a:t>1</a:t>
            </a:r>
            <a:r>
              <a:rPr lang="zh-CN" altLang="en-US"/>
              <a:t>，</a:t>
            </a:r>
            <a:r>
              <a:rPr lang="en-US" altLang="zh-CN"/>
              <a:t>n</a:t>
            </a:r>
            <a:r>
              <a:rPr lang="zh-CN" altLang="en-US"/>
              <a:t>]表示处于一个种类，[n</a:t>
            </a:r>
            <a:r>
              <a:rPr lang="en-US" altLang="zh-CN"/>
              <a:t>+1,2n</a:t>
            </a:r>
            <a:r>
              <a:rPr lang="zh-CN" altLang="en-US"/>
              <a:t>]表示处于另一个</a:t>
            </a:r>
            <a:r>
              <a:rPr lang="zh-CN" altLang="en-US"/>
              <a:t>种类。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在同个种类的并查集中合并，和原始的并查集没什么区别，仍然表达他们是朋友这个含义。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考虑在不同种类的并查集中合并的意义，其实就表达 他们是敌人 这个含义了。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按照并查集美妙的 传递性，我们就能具体知道某两个元素到底是 敌人 还是 朋友 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至于某个元素到底属于两个种类中的哪一个，由于我们不清楚，因此两个种类我们都试试。</a:t>
            </a:r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https://www.luogu.com.cn/problem/P1525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https://www.luogu.com.cn/problem/P1525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10660380" cy="5123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思路：我们要尽可能让矛盾中值的罪犯在两个监狱里</a:t>
            </a:r>
            <a:r>
              <a:rPr lang="en-US" altLang="zh-CN"/>
              <a:t>---</a:t>
            </a:r>
            <a:r>
              <a:rPr lang="zh-CN" altLang="en-US"/>
              <a:t>矛盾</a:t>
            </a:r>
            <a:r>
              <a:rPr lang="zh-CN" altLang="en-US"/>
              <a:t>值排序。</a:t>
            </a:r>
            <a:endParaRPr lang="zh-CN" altLang="en-US"/>
          </a:p>
          <a:p>
            <a:r>
              <a:rPr lang="zh-CN" altLang="en-US"/>
              <a:t>敌人的敌人就是朋友：两个人a，b有仇，那么把他们放在一起显然会打起来，那么我们把a</a:t>
            </a:r>
            <a:r>
              <a:rPr lang="en-US" altLang="zh-CN"/>
              <a:t> </a:t>
            </a:r>
            <a:r>
              <a:rPr lang="zh-CN" altLang="en-US"/>
              <a:t>与b的其他敌人放在一起。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首先需要并查集初始化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先把所有的矛盾关系按照矛盾值从大到小排一遍序，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接下来每次操作取出一个关系，看矛盾的两个人x和y是否已经分配到同一个集合中（并查集找父亲即可）：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 </a:t>
            </a:r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）如果在一起那么显然会打起来（会出现矛盾），那么直接输出当前的边权（矛盾值）即可（此时保证是最小矛盾值，因为已经排序了）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）如果不在同一组，则按照“敌人的敌人就是朋友”的原则，把x与y的其他敌人分在同一组，y与x的其他敌人分在同一组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不断进行以上操作最终可以得到答案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洛谷</a:t>
            </a:r>
            <a:r>
              <a:rPr lang="en-US" altLang="zh-CN"/>
              <a:t> P1706 </a:t>
            </a:r>
            <a:endParaRPr lang="en-US" altLang="zh-CN"/>
          </a:p>
          <a:p>
            <a:r>
              <a:rPr lang="zh-CN" altLang="en-US"/>
              <a:t>力扣</a:t>
            </a:r>
            <a:r>
              <a:rPr lang="en-US" altLang="zh-CN"/>
              <a:t> 200</a:t>
            </a:r>
            <a:endParaRPr lang="en-US" altLang="zh-CN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WPS 演示</Application>
  <PresentationFormat>宽屏</PresentationFormat>
  <Paragraphs>51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Calibri</vt:lpstr>
      <vt:lpstr>Helvetica Neue</vt:lpstr>
      <vt:lpstr>微软雅黑</vt:lpstr>
      <vt:lpstr>汉仪旗黑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5</cp:revision>
  <dcterms:created xsi:type="dcterms:W3CDTF">2025-03-25T08:01:18Z</dcterms:created>
  <dcterms:modified xsi:type="dcterms:W3CDTF">2025-03-25T08:01:18Z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39D95B3D507C44309E7C251695CCA2D4_12</vt:lpwstr>
  </property>
  <property fmtid="{D5CDD505-2E9C-101B-9397-08002B2CF9AE}" pid="3" name="KSOProductBuildVer">
    <vt:lpwstr>2052-6.15.2.8936</vt:lpwstr>
  </property>
</Properties>
</file>