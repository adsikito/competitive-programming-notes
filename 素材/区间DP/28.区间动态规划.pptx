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57" r:id="rId3"/>
    <p:sldId id="372" r:id="rId4"/>
    <p:sldId id="363" r:id="rId5"/>
    <p:sldId id="374" r:id="rId6"/>
    <p:sldId id="375" r:id="rId7"/>
    <p:sldId id="378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tags" Target="../tags/tag7.xml"/><Relationship Id="rId4" Type="http://schemas.openxmlformats.org/officeDocument/2006/relationships/image" Target="../media/image4.png"/><Relationship Id="rId3" Type="http://schemas.openxmlformats.org/officeDocument/2006/relationships/tags" Target="../tags/tag6.xml"/><Relationship Id="rId2" Type="http://schemas.openxmlformats.org/officeDocument/2006/relationships/image" Target="../media/image3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区间dp：就是对于区间的一种动态规划，它将问题划分为若干个子区间，并通过定义状态和状态转移方程来求解每个子区间的最优解，最终得到整个区间的最优解。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对于某个区间，它的合并方式可能有很多种，我们需要去枚举所有的方式，通常是去枚举区间的分割点，找到最优的方式(一般是找最少消耗)。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例如：对于区间【i，j】，它的合并方式有很多种，可以是【i，i+1】和【i+2，j】也可以是【i，k】和【k+1，j】（其中i &lt;= k &lt; j）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72080" y="3020060"/>
            <a:ext cx="7000240" cy="3244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核心思路：状态：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dp[i][j]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表示【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i,j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】的最小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消耗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通常都是先枚举区间长度，区间长度为1就不用合并，所以从2开始枚举，然后枚举左端点，那么右端点就为左端点加区间长度-1，再枚举分割点 k（即子区间的终点和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起点），最后计算不同分割点 k 的情况下，合并区间的消耗，dp[i][j]选择其中的最小消耗。（需要注意的是要记得根据题意给上初值）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长区间肯定由短区间转移得到，所以先算短区间。（分割点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k: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是从i到j-1,因为k+1≤j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52625" y="2291080"/>
            <a:ext cx="8886825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https://www.luogu.com.cn/problem/P4170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https://www.luogu.com.cn/problem/P4170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思路：读完题之后不太想到思路。没关系，我们进行一个小推</a:t>
            </a:r>
            <a:r>
              <a:rPr lang="zh-CN" altLang="en-US"/>
              <a:t>理：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若木板长度为</a:t>
            </a:r>
            <a:r>
              <a:rPr lang="en-US" altLang="zh-CN"/>
              <a:t>1</a:t>
            </a:r>
            <a:r>
              <a:rPr lang="zh-CN" altLang="en-US"/>
              <a:t>。只可能有一种颜色，涂一次即可。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若木板长度为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。由两个长度为1的区间进行合并。</a:t>
            </a:r>
            <a:r>
              <a:rPr lang="zh-CN" altLang="en-US">
                <a:sym typeface="+mn-ea"/>
              </a:rPr>
              <a:t>有两种情况：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）两个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区间颜色一样，最少次数 = 其中一个长度为1的区间的次数。即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次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即在涂一个区间时顺手把另一个格子也涂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en-US">
                <a:sym typeface="+mn-ea"/>
              </a:rPr>
              <a:t>两个区间颜色不一样，最少次数 = 两个长度为1的区间涂色次数之和，即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次</a:t>
            </a:r>
            <a:endParaRPr lang="zh-CN" altLang="en-US"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木板长度为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，认为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由一个长度为2的区间 + 一个长度为1的区间合并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种情况：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ABA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：最少涂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次。刚好是</a:t>
            </a:r>
            <a:r>
              <a:rPr lang="en-US" altLang="zh-CN">
                <a:sym typeface="+mn-ea"/>
              </a:rPr>
              <a:t>长度为2的区间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“AB”</a:t>
            </a:r>
            <a:r>
              <a:rPr lang="zh-CN" altLang="en-US">
                <a:sym typeface="+mn-ea"/>
              </a:rPr>
              <a:t>或</a:t>
            </a:r>
            <a:r>
              <a:rPr lang="en-US" altLang="zh-CN">
                <a:sym typeface="+mn-ea"/>
              </a:rPr>
              <a:t>“BA”</a:t>
            </a:r>
            <a:r>
              <a:rPr lang="zh-CN" altLang="en-US">
                <a:sym typeface="+mn-ea"/>
              </a:rPr>
              <a:t>的次数。可以理解为涂其中一个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时，顺手一次性把另一个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也涂了即：</a:t>
            </a:r>
            <a:r>
              <a:rPr lang="en-US" altLang="zh-CN">
                <a:sym typeface="+mn-ea"/>
              </a:rPr>
              <a:t>“AAA”</a:t>
            </a:r>
            <a:r>
              <a:rPr lang="zh-CN" altLang="en-US">
                <a:sym typeface="+mn-ea"/>
              </a:rPr>
              <a:t>，然后再涂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。所以次数等于长度为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的区间的次数。（该情况特点：区间的首尾颜色相同，则</a:t>
            </a:r>
            <a:r>
              <a:rPr lang="zh-CN" altLang="en-US">
                <a:sym typeface="+mn-ea"/>
              </a:rPr>
              <a:t>首尾</a:t>
            </a:r>
            <a:r>
              <a:rPr lang="zh-CN" altLang="en-US">
                <a:sym typeface="+mn-ea"/>
              </a:rPr>
              <a:t>可以一次性</a:t>
            </a:r>
            <a:r>
              <a:rPr lang="zh-CN" altLang="en-US">
                <a:sym typeface="+mn-ea"/>
              </a:rPr>
              <a:t>涂掉）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AAB (3)BAA</a:t>
            </a:r>
            <a:r>
              <a:rPr lang="zh-CN" altLang="en-US">
                <a:sym typeface="+mn-ea"/>
              </a:rPr>
              <a:t>：最少涂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次，刚好等于</a:t>
            </a:r>
            <a:r>
              <a:rPr lang="en-US" altLang="zh-CN">
                <a:sym typeface="+mn-ea"/>
              </a:rPr>
              <a:t>长度为2的区间 + 一个长度为1的区间合并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ABC</a:t>
            </a:r>
            <a:r>
              <a:rPr lang="zh-CN" altLang="en-US">
                <a:sym typeface="+mn-ea"/>
              </a:rPr>
              <a:t>：最少涂三次：刚好等于</a:t>
            </a:r>
            <a:r>
              <a:rPr lang="en-US" altLang="zh-CN">
                <a:sym typeface="+mn-ea"/>
              </a:rPr>
              <a:t>长度为2的区间 + 一个长度为1的区间合并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看出：大区间的次数由小区间合并而来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----&gt;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0">
              <a:buNone/>
            </a:pPr>
            <a:endParaRPr lang="en-US" altLang="zh-CN">
              <a:sym typeface="+mn-ea"/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https://www.luogu.com.cn/problem/P4170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10287000" cy="549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47925" y="1301750"/>
            <a:ext cx="5910580" cy="23482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09570" y="3731260"/>
            <a:ext cx="4324350" cy="1657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62860" y="5469890"/>
            <a:ext cx="229552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1" indent="457200">
              <a:buNone/>
            </a:pPr>
            <a:r>
              <a:rPr lang="zh-CN" altLang="en-US">
                <a:sym typeface="+mn-ea"/>
              </a:rPr>
              <a:t>洛谷</a:t>
            </a:r>
            <a:r>
              <a:rPr lang="en-US" altLang="zh-CN">
                <a:sym typeface="+mn-ea"/>
              </a:rPr>
              <a:t>：P1048 </a:t>
            </a:r>
            <a:r>
              <a:rPr>
                <a:sym typeface="+mn-ea"/>
              </a:rPr>
              <a:t>P1616</a:t>
            </a:r>
            <a:endParaRPr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12394565" y="-373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870180" y="-594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</Words>
  <Application>WPS 演示</Application>
  <PresentationFormat>宽屏</PresentationFormat>
  <Paragraphs>53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80</cp:revision>
  <dcterms:created xsi:type="dcterms:W3CDTF">2025-05-17T13:34:45Z</dcterms:created>
  <dcterms:modified xsi:type="dcterms:W3CDTF">2025-05-17T13:34:45Z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