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6" r:id="rId4"/>
    <p:sldId id="257" r:id="rId5"/>
    <p:sldId id="258" r:id="rId6"/>
    <p:sldId id="259" r:id="rId7"/>
    <p:sldId id="273" r:id="rId8"/>
    <p:sldId id="264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80515" y="1623695"/>
            <a:ext cx="9479280" cy="191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搜索</a:t>
            </a:r>
            <a:r>
              <a:rPr lang="en-US" altLang="zh-CN"/>
              <a:t>: </a:t>
            </a:r>
            <a:r>
              <a:rPr lang="zh-CN" altLang="en-US"/>
              <a:t>也就是对状态空间进行枚举，通过穷尽所有的可能来找到最优解，或者统计合法解的个数。搜索有很多优化方式，如减小状态空间，更改搜索顺序，剪枝等。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搜索分为：</a:t>
            </a:r>
            <a:r>
              <a:rPr lang="en-US" altLang="zh-CN"/>
              <a:t>DFS </a:t>
            </a:r>
            <a:r>
              <a:rPr lang="zh-CN" altLang="en-US"/>
              <a:t>和</a:t>
            </a:r>
            <a:r>
              <a:rPr lang="en-US" altLang="zh-CN"/>
              <a:t> BFS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10970" y="1555750"/>
            <a:ext cx="9712325" cy="284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BFS(</a:t>
            </a:r>
            <a:r>
              <a:rPr lang="zh-CN" altLang="en-US"/>
              <a:t>图论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广度</a:t>
            </a:r>
            <a:r>
              <a:rPr lang="zh-CN" altLang="en-US"/>
              <a:t>优先搜索</a:t>
            </a:r>
            <a:r>
              <a:rPr lang="en-US" altLang="zh-CN"/>
              <a:t>,是一种用于遍历或搜索树或图的算法。所谓</a:t>
            </a:r>
            <a:r>
              <a:rPr lang="zh-CN" altLang="en-US">
                <a:sym typeface="+mn-ea"/>
              </a:rPr>
              <a:t>广度优先</a:t>
            </a:r>
            <a:r>
              <a:rPr lang="en-US" altLang="zh-CN"/>
              <a:t>，就是说</a:t>
            </a:r>
            <a:r>
              <a:rPr lang="zh-CN" altLang="en-US"/>
              <a:t>按照圈层搜索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在 </a:t>
            </a:r>
            <a:r>
              <a:rPr lang="en-US" altLang="zh-CN">
                <a:solidFill>
                  <a:srgbClr val="FF0000"/>
                </a:solidFill>
              </a:rPr>
              <a:t>搜索算法</a:t>
            </a:r>
            <a:r>
              <a:rPr lang="en-US" altLang="zh-CN"/>
              <a:t> 中，该BFS常常指 利用</a:t>
            </a:r>
            <a:r>
              <a:rPr lang="zh-CN" altLang="en-US"/>
              <a:t>队列实现广度优先搜索，从而寻找</a:t>
            </a:r>
            <a:r>
              <a:rPr lang="zh-CN" altLang="en-US">
                <a:highlight>
                  <a:srgbClr val="FFFF00"/>
                </a:highlight>
              </a:rPr>
              <a:t>最短距离</a:t>
            </a:r>
            <a:r>
              <a:rPr lang="zh-CN" altLang="en-US"/>
              <a:t>。</a:t>
            </a:r>
            <a:r>
              <a:rPr lang="en-US" altLang="zh-CN"/>
              <a:t>与图论中的 BFS 算法有一定相似之处，但并不完全相同。</a:t>
            </a:r>
            <a:r>
              <a:rPr lang="zh-CN" altLang="en-US"/>
              <a:t>通常用来解决</a:t>
            </a:r>
            <a:r>
              <a:rPr lang="en-US" altLang="zh-CN"/>
              <a:t> </a:t>
            </a:r>
            <a:r>
              <a:rPr lang="zh-CN" altLang="en-US"/>
              <a:t>寻找最短距离的</a:t>
            </a:r>
            <a:r>
              <a:rPr lang="zh-CN" altLang="en-US"/>
              <a:t>问题。</a:t>
            </a:r>
            <a:endParaRPr lang="zh-CN" altLang="en-US"/>
          </a:p>
          <a:p>
            <a:r>
              <a:rPr lang="zh-CN" altLang="en-US"/>
              <a:t>如果采用</a:t>
            </a:r>
            <a:r>
              <a:rPr lang="en-US" altLang="zh-CN"/>
              <a:t>BFS</a:t>
            </a:r>
            <a:r>
              <a:rPr lang="zh-CN" altLang="en-US"/>
              <a:t>进行搜索</a:t>
            </a:r>
            <a:r>
              <a:rPr lang="en-US" altLang="zh-CN"/>
              <a:t> </a:t>
            </a:r>
            <a:r>
              <a:rPr lang="zh-CN" altLang="en-US"/>
              <a:t>从起点开始</a:t>
            </a:r>
            <a:r>
              <a:rPr lang="en-US" altLang="zh-CN"/>
              <a:t> </a:t>
            </a:r>
            <a:r>
              <a:rPr lang="zh-CN" altLang="en-US"/>
              <a:t>第一次到达某个点的时间就是最短时间</a:t>
            </a:r>
            <a:r>
              <a:rPr lang="en-US" altLang="zh-CN"/>
              <a:t>/</a:t>
            </a:r>
            <a:r>
              <a:rPr lang="zh-CN" altLang="en-US"/>
              <a:t>距离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在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搜索算法</a:t>
            </a:r>
            <a:r>
              <a:rPr lang="en-US" altLang="zh-CN">
                <a:sym typeface="+mn-ea"/>
              </a:rPr>
              <a:t> 中，BFS</a:t>
            </a:r>
            <a:r>
              <a:rPr lang="zh-CN" altLang="en-US">
                <a:sym typeface="+mn-ea"/>
              </a:rPr>
              <a:t>也常</a:t>
            </a:r>
            <a:r>
              <a:rPr lang="zh-CN" altLang="en-US">
                <a:sym typeface="+mn-ea"/>
              </a:rPr>
              <a:t>被</a:t>
            </a:r>
            <a:r>
              <a:rPr lang="zh-CN" altLang="en-US">
                <a:sym typeface="+mn-ea"/>
              </a:rPr>
              <a:t>用于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在网格中搜索，找最短</a:t>
            </a:r>
            <a:r>
              <a:rPr lang="zh-CN" altLang="en-US">
                <a:sym typeface="+mn-ea"/>
              </a:rPr>
              <a:t>距离。搜索过程中考虑往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个或者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个方向搜索，同时要注意不要越过网格的边界。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https://www.luogu.com.cn/problem/P1443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https://www.luogu.com.cn/problem/P1443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220470"/>
            <a:ext cx="9780905" cy="409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寻找网格中一点到其他点的最短距离，显然用</a:t>
            </a:r>
            <a:r>
              <a:rPr lang="en-US" altLang="zh-CN"/>
              <a:t>BFS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）因为马只能走</a:t>
            </a:r>
            <a:r>
              <a:rPr lang="en-US" altLang="zh-CN"/>
              <a:t>“</a:t>
            </a:r>
            <a:r>
              <a:rPr lang="zh-CN" altLang="en-US"/>
              <a:t>日</a:t>
            </a:r>
            <a:r>
              <a:rPr lang="en-US" altLang="zh-CN"/>
              <a:t>”</a:t>
            </a:r>
            <a:r>
              <a:rPr lang="zh-CN" altLang="en-US"/>
              <a:t>字点，所以不是所有的都会走到，可以先把答案数组全部赋值成</a:t>
            </a:r>
            <a:r>
              <a:rPr lang="en-US" altLang="zh-CN"/>
              <a:t>-1</a:t>
            </a:r>
            <a:r>
              <a:rPr lang="zh-CN" altLang="en-US"/>
              <a:t>，后面再搜索改变能够走到的点的</a:t>
            </a:r>
            <a:r>
              <a:rPr lang="zh-CN" altLang="en-US"/>
              <a:t>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“</a:t>
            </a:r>
            <a:r>
              <a:rPr lang="zh-CN" altLang="en-US"/>
              <a:t>日</a:t>
            </a:r>
            <a:r>
              <a:rPr lang="en-US" altLang="zh-CN"/>
              <a:t>”</a:t>
            </a:r>
            <a:r>
              <a:rPr lang="zh-CN" altLang="en-US"/>
              <a:t>字的八个方向，可以通过对行列坐标</a:t>
            </a:r>
            <a:r>
              <a:rPr lang="en-US" altLang="zh-CN"/>
              <a:t> x y</a:t>
            </a:r>
            <a:r>
              <a:rPr lang="zh-CN" altLang="en-US"/>
              <a:t>做加减</a:t>
            </a:r>
            <a:r>
              <a:rPr lang="zh-CN" altLang="en-US"/>
              <a:t>得到：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）队列用</a:t>
            </a:r>
            <a:r>
              <a:rPr lang="en-US" altLang="zh-CN">
                <a:sym typeface="+mn-ea"/>
              </a:rPr>
              <a:t>STL</a:t>
            </a:r>
            <a:r>
              <a:rPr lang="zh-CN" altLang="en-US">
                <a:sym typeface="+mn-ea"/>
              </a:rPr>
              <a:t>实现，进行</a:t>
            </a:r>
            <a:r>
              <a:rPr lang="en-US" altLang="zh-CN">
                <a:sym typeface="+mn-ea"/>
              </a:rPr>
              <a:t>BFS</a:t>
            </a:r>
            <a:r>
              <a:rPr lang="zh-CN" altLang="en-US">
                <a:sym typeface="+mn-ea"/>
              </a:rPr>
              <a:t>，过程中要维护距离数组。</a:t>
            </a: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34435" y="3000375"/>
            <a:ext cx="28575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https://www.luogu.com.cn/problem/P8693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100455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https://www.luogu.com.cn/problem/P8693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9810" y="983615"/>
            <a:ext cx="9356725" cy="575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思路：</a:t>
            </a:r>
            <a:endParaRPr lang="zh-CN" altLang="en-US"/>
          </a:p>
          <a:p>
            <a:r>
              <a:rPr lang="zh-CN" altLang="en-US">
                <a:sym typeface="+mn-ea"/>
              </a:rPr>
              <a:t>求小明从起点走到迷宫终点的最少时间，用广度优先搜索算法 BFS。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相比一般的 BFS 走迷宫问题，本题需要处理好以下几个关键点：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1）在某一个点小明除了可以向当前位置的上、下、左、右移动单位 1 的距离，还可以停留在原地不动。这个停在原地不动每次会耗费 1 个单位的时间，这个耗时是有意义的，因为耗时达到 k 或 2×k 时，小明会瘦身，这样瘦身前不能走的格子，瘦身后可以走了。因此，在当前位置停留等待的状态也要入队。当然，如果小明已经瘦身到了 1×1，就没有必要休息等待了，此时再等待纯属无意义地耗费时间。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2）由于小明身体形态有  这三种情况。为此，设置一个变量 flag 来表示这三种不同的形态。初始时，flag 的值为 2，表示小明此时为 5×5形态；当耗时达到 k 时，flag 的值为 1，表示小明此时瘦身为 3×3 形态；当耗时达到 2×k 时，flag 的值为 0，表示小明此时再瘦身为 1×1 形态。这样进行 flag 值的设置，在后面进行检测时也就带来统一的好处。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192145" y="1965325"/>
            <a:ext cx="3116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下节课的</a:t>
            </a:r>
            <a:r>
              <a:rPr lang="zh-CN" altLang="en-US"/>
              <a:t>题目：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36670" y="2835910"/>
            <a:ext cx="4706620" cy="14281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演示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17</cp:revision>
  <dcterms:created xsi:type="dcterms:W3CDTF">2025-03-29T13:54:19Z</dcterms:created>
  <dcterms:modified xsi:type="dcterms:W3CDTF">2025-03-29T13:54:19Z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