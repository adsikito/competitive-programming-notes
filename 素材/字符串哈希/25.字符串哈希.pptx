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9" r:id="rId3"/>
    <p:sldId id="330" r:id="rId4"/>
    <p:sldId id="331" r:id="rId5"/>
    <p:sldId id="332" r:id="rId6"/>
    <p:sldId id="333" r:id="rId7"/>
    <p:sldId id="334" r:id="rId8"/>
    <p:sldId id="335" r:id="rId9"/>
    <p:sldId id="325" r:id="rId10"/>
    <p:sldId id="336" r:id="rId11"/>
    <p:sldId id="337" r:id="rId12"/>
    <p:sldId id="318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6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ags" Target="../tags/tag5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ags" Target="../tags/tag10.xml"/><Relationship Id="rId3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复习：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哈希：将一个数据，经过哈希函数，映射到一个值域较小，方便比较的范围。（哈希</a:t>
            </a:r>
            <a:r>
              <a:rPr lang="zh-CN" altLang="en-US">
                <a:sym typeface="+mn-ea"/>
              </a:rPr>
              <a:t>查找）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哈希函数：哈希函数的构造方法（直接定址法等），选择合适的哈希函数，尽可能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减少</a:t>
            </a:r>
            <a:r>
              <a:rPr lang="zh-CN" altLang="en-US">
                <a:sym typeface="+mn-ea"/>
              </a:rPr>
              <a:t>冲突。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冲突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哈希</a:t>
            </a:r>
            <a:r>
              <a:rPr lang="zh-CN" altLang="en-US">
                <a:sym typeface="+mn-ea"/>
              </a:rPr>
              <a:t>碰撞：将多个数据映射为同一个数字。冲突无法完全避免，只能尽可能的</a:t>
            </a:r>
            <a:r>
              <a:rPr lang="zh-CN" altLang="en-US">
                <a:sym typeface="+mn-ea"/>
              </a:rPr>
              <a:t>减少。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哈希函数多选用多项式函数：一次函数，二次函数，三次</a:t>
            </a:r>
            <a:r>
              <a:rPr lang="zh-CN" altLang="en-US">
                <a:sym typeface="+mn-ea"/>
              </a:rPr>
              <a:t>函数。。。。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字符串：匹配，比较，</a:t>
            </a:r>
            <a:r>
              <a:rPr lang="zh-CN" altLang="en-US">
                <a:sym typeface="+mn-ea"/>
              </a:rPr>
              <a:t>子串</a:t>
            </a:r>
            <a:endParaRPr lang="zh-CN" altLang="en-US">
              <a:sym typeface="+mn-ea"/>
            </a:endParaRP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字符串哈希：通过哈希函数，将字符串转为整数。</a:t>
            </a:r>
            <a:r>
              <a:rPr lang="en-US" altLang="zh-CN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2.why?:对于一个超长的字符串，如果我们能够把他转成用整数存储，需要的时候再把它转回字符串，这样就极大地节省了空间。</a:t>
            </a:r>
            <a:endParaRPr lang="en-US" altLang="zh-CN">
              <a:sym typeface="+mn-ea"/>
            </a:endParaRPr>
          </a:p>
          <a:p>
            <a:pPr indent="457200"/>
            <a:endParaRPr lang="en-US" altLang="zh-CN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性质：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）在 Hash 函数值不一样的时候，两个字符串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一定</a:t>
            </a:r>
            <a:r>
              <a:rPr lang="zh-CN" altLang="en-US">
                <a:sym typeface="+mn-ea"/>
              </a:rPr>
              <a:t>不一样；</a:t>
            </a:r>
            <a:endParaRPr lang="en-US" altLang="zh-CN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在 Hash 函数值一样的时候，两个字符串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不一定</a:t>
            </a:r>
            <a:r>
              <a:rPr lang="en-US" altLang="zh-CN">
                <a:sym typeface="+mn-ea"/>
              </a:rPr>
              <a:t>一样（但有大概率一样，且我们当然希望它们总是一样的）。我们将 Hash 函数值一样但原字符串不一样的现象称为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哈希碰撞</a:t>
            </a:r>
            <a:r>
              <a:rPr lang="en-US" altLang="zh-CN">
                <a:sym typeface="+mn-ea"/>
              </a:rPr>
              <a:t>。</a:t>
            </a:r>
            <a:endParaRPr lang="en-US" altLang="zh-CN">
              <a:sym typeface="+mn-ea"/>
            </a:endParaRPr>
          </a:p>
          <a:p/>
          <a:p>
            <a:r>
              <a:rPr lang="en-US" altLang="zh-CN"/>
              <a:t>           </a:t>
            </a:r>
            <a:r>
              <a:rPr lang="zh-CN"/>
              <a:t>需要重点关注：哈希函数的选取</a:t>
            </a:r>
            <a:r>
              <a:rPr lang="en-US" altLang="zh-CN"/>
              <a:t> </a:t>
            </a:r>
            <a:r>
              <a:rPr lang="zh-CN"/>
              <a:t>及</a:t>
            </a:r>
            <a:r>
              <a:rPr lang="en-US" altLang="zh-CN"/>
              <a:t> </a:t>
            </a:r>
            <a:r>
              <a:rPr lang="zh-CN" altLang="en-US"/>
              <a:t>如何降低哈希碰撞。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字符串哈希函数的</a:t>
            </a:r>
            <a:r>
              <a:rPr lang="zh-CN" altLang="en-US">
                <a:sym typeface="+mn-ea"/>
              </a:rPr>
              <a:t>选取：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通常我们采用的是多项式 Hash 的方法，对于一个长度为 l 的字符串 s 来说，我们可以这样定义多项式 Hash 函数：其中，M需要选择一个素数（至少要比最大的字符要大），b 是一个比最大字符大的整数。（</a:t>
            </a:r>
            <a:r>
              <a:rPr lang="en-US" altLang="zh-CN">
                <a:sym typeface="+mn-ea"/>
              </a:rPr>
              <a:t>AS</a:t>
            </a:r>
            <a:r>
              <a:rPr lang="en-US" altLang="zh-CN">
                <a:sym typeface="+mn-ea"/>
              </a:rPr>
              <a:t>C</a:t>
            </a:r>
            <a:r>
              <a:rPr lang="en-US" altLang="zh-CN">
                <a:sym typeface="+mn-ea"/>
              </a:rPr>
              <a:t>II</a:t>
            </a:r>
            <a:r>
              <a:rPr lang="zh-CN" altLang="en-US">
                <a:sym typeface="+mn-ea"/>
              </a:rPr>
              <a:t>码值</a:t>
            </a:r>
            <a:r>
              <a:rPr lang="zh-CN" altLang="en-US">
                <a:sym typeface="+mn-ea"/>
              </a:rPr>
              <a:t>比较）</a:t>
            </a:r>
            <a:endParaRPr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例如：</a:t>
            </a:r>
            <a:r>
              <a:rPr lang="en-US" altLang="zh-CN">
                <a:sym typeface="+mn-ea"/>
              </a:rPr>
              <a:t>s=“xyz”,   f(s)</a:t>
            </a:r>
            <a:r>
              <a:rPr lang="zh-CN" altLang="en-US">
                <a:sym typeface="+mn-ea"/>
              </a:rPr>
              <a:t>为：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该函数，实际上将字符串看成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进制数，和我们平时的将一个 某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进制数，变为一个十进制数，相类似。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r>
              <a:rPr lang="en-US"/>
              <a:t>         n</a:t>
            </a:r>
            <a:r>
              <a:rPr lang="zh-CN" altLang="en-US"/>
              <a:t>进制的数字</a:t>
            </a:r>
            <a:r>
              <a:rPr lang="en-US" altLang="zh-CN"/>
              <a:t>234</a:t>
            </a:r>
            <a:r>
              <a:rPr lang="zh-CN" altLang="en-US"/>
              <a:t>，转化为十进制：</a:t>
            </a:r>
            <a:r>
              <a:rPr lang="en-US" altLang="zh-CN"/>
              <a:t>2*n^2 + 3*n^1 + 4*n^0 = </a:t>
            </a:r>
            <a:r>
              <a:rPr lang="en-US" altLang="zh-CN">
                <a:sym typeface="+mn-ea"/>
              </a:rPr>
              <a:t>2*n^2 + 3*n + 4</a:t>
            </a:r>
            <a:r>
              <a:rPr lang="zh-CN" altLang="en-US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由于算出来的数字可能很大，所以对一个质数</a:t>
            </a:r>
            <a:r>
              <a:rPr lang="en-US" altLang="zh-CN">
                <a:sym typeface="+mn-ea"/>
              </a:rPr>
              <a:t>M</a:t>
            </a:r>
            <a:r>
              <a:rPr lang="zh-CN" altLang="en-US">
                <a:sym typeface="+mn-ea"/>
              </a:rPr>
              <a:t>取模。</a:t>
            </a:r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为什么选取这个哈希</a:t>
            </a:r>
            <a:r>
              <a:rPr lang="zh-CN" altLang="en-US">
                <a:sym typeface="+mn-ea"/>
              </a:rPr>
              <a:t>函数？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子</a:t>
            </a:r>
            <a:r>
              <a:rPr lang="zh-CN" altLang="en-US">
                <a:sym typeface="+mn-ea"/>
              </a:rPr>
              <a:t>串</a:t>
            </a: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96160" y="2128520"/>
            <a:ext cx="6553200" cy="711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13810" y="3188970"/>
            <a:ext cx="1624330" cy="604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49605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选取这个哈希函数的好处，方便计算任意子串的</a:t>
            </a:r>
            <a:r>
              <a:rPr lang="zh-CN" altLang="en-US">
                <a:sym typeface="+mn-ea"/>
              </a:rPr>
              <a:t>哈希值：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假设有长度为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的字符串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假设</a:t>
            </a:r>
            <a:r>
              <a:rPr lang="en-US" altLang="zh-CN">
                <a:sym typeface="+mn-ea"/>
              </a:rPr>
              <a:t>hash[i]</a:t>
            </a:r>
            <a:r>
              <a:rPr lang="zh-CN" altLang="en-US">
                <a:sym typeface="+mn-ea"/>
              </a:rPr>
              <a:t>表示子串</a:t>
            </a:r>
            <a:r>
              <a:rPr lang="en-US" altLang="zh-CN">
                <a:sym typeface="+mn-ea"/>
              </a:rPr>
              <a:t>s[0~i]</a:t>
            </a:r>
            <a:r>
              <a:rPr lang="zh-CN" altLang="en-US">
                <a:sym typeface="+mn-ea"/>
              </a:rPr>
              <a:t>的哈希值。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(1).</a:t>
            </a:r>
            <a:r>
              <a:rPr lang="zh-CN" altLang="en-US">
                <a:sym typeface="+mn-ea"/>
              </a:rPr>
              <a:t>先求前缀子串：</a:t>
            </a:r>
            <a:r>
              <a:rPr lang="en-US" altLang="zh-CN">
                <a:sym typeface="+mn-ea"/>
              </a:rPr>
              <a:t>s[0],s[0,1],s[0~2],...,s[0~n-1]</a:t>
            </a:r>
            <a:r>
              <a:rPr lang="zh-CN" altLang="en-US">
                <a:sym typeface="+mn-ea"/>
              </a:rPr>
              <a:t>的哈希值：类似与求前缀和。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	</a:t>
            </a:r>
            <a:r>
              <a:rPr lang="zh-CN" altLang="en-US">
                <a:sym typeface="+mn-ea"/>
              </a:rPr>
              <a:t>例如</a:t>
            </a:r>
            <a:r>
              <a:rPr lang="en-US" altLang="zh-CN">
                <a:sym typeface="+mn-ea"/>
              </a:rPr>
              <a:t>s=“abcde”</a:t>
            </a:r>
            <a:r>
              <a:rPr lang="zh-CN" altLang="en-US">
                <a:sym typeface="+mn-ea"/>
              </a:rPr>
              <a:t>。基数为</a:t>
            </a:r>
            <a:r>
              <a:rPr lang="en-US" altLang="zh-CN">
                <a:sym typeface="+mn-ea"/>
              </a:rPr>
              <a:t>base, </a:t>
            </a:r>
            <a:r>
              <a:rPr lang="zh-CN" altLang="en-US">
                <a:sym typeface="+mn-ea"/>
              </a:rPr>
              <a:t>先不考虑取模。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   hash[0]=a; </a:t>
            </a:r>
            <a:endParaRPr lang="en-US" altLang="zh-CN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hash[1]=</a:t>
            </a:r>
            <a:r>
              <a:rPr lang="en-US" altLang="zh-CN">
                <a:sym typeface="+mn-ea"/>
              </a:rPr>
              <a:t>a*base+b=hash[0]*base+s[1];</a:t>
            </a:r>
            <a:endParaRPr lang="en-US" altLang="zh-CN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hash[2]=a*base*base+b*base+c=(</a:t>
            </a:r>
            <a:r>
              <a:rPr lang="en-US" altLang="zh-CN">
                <a:sym typeface="+mn-ea"/>
              </a:rPr>
              <a:t>a*base+b)*base+c=hash[1]*base+s[2];</a:t>
            </a:r>
            <a:endParaRPr lang="en-US" altLang="zh-CN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hash[3]=a*base*base*base+b*base*base+c*base+d</a:t>
            </a:r>
            <a:endParaRPr lang="en-US" altLang="zh-CN">
              <a:sym typeface="+mn-ea"/>
            </a:endParaRPr>
          </a:p>
          <a:p>
            <a:pPr marL="914400" lvl="2" indent="457200"/>
            <a:r>
              <a:rPr lang="en-US" altLang="zh-CN">
                <a:sym typeface="+mn-ea"/>
              </a:rPr>
              <a:t>     =(</a:t>
            </a:r>
            <a:r>
              <a:rPr lang="en-US" altLang="zh-CN">
                <a:sym typeface="+mn-ea"/>
              </a:rPr>
              <a:t>a*base*base+b*base+c)*base+d</a:t>
            </a:r>
            <a:endParaRPr lang="en-US" altLang="zh-CN">
              <a:sym typeface="+mn-ea"/>
            </a:endParaRPr>
          </a:p>
          <a:p>
            <a:pPr marL="914400" lvl="2" indent="457200"/>
            <a:r>
              <a:rPr lang="en-US" altLang="zh-CN">
                <a:sym typeface="+mn-ea"/>
              </a:rPr>
              <a:t>     =hash[2]*base+s[3];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则：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hash[0]=s[0]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i&gt;0</a:t>
            </a:r>
            <a:r>
              <a:rPr lang="zh-CN" altLang="en-US">
                <a:sym typeface="+mn-ea"/>
              </a:rPr>
              <a:t>时：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hash[i]=hash[i-1]*base+s[i]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(2).</a:t>
            </a:r>
            <a:r>
              <a:rPr lang="zh-CN" altLang="en-US">
                <a:sym typeface="+mn-ea"/>
              </a:rPr>
              <a:t>求任意一子串</a:t>
            </a:r>
            <a:r>
              <a:rPr lang="en-US" altLang="zh-CN">
                <a:sym typeface="+mn-ea"/>
              </a:rPr>
              <a:t>s[ l~r ]</a:t>
            </a:r>
            <a:r>
              <a:rPr lang="zh-CN" altLang="en-US">
                <a:sym typeface="+mn-ea"/>
              </a:rPr>
              <a:t>的哈希值</a:t>
            </a:r>
            <a:r>
              <a:rPr lang="en-US" altLang="zh-CN">
                <a:sym typeface="+mn-ea"/>
              </a:rPr>
              <a:t>h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en-US" altLang="zh-CN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         </a:t>
            </a:r>
            <a:endParaRPr lang="zh-CN" altLang="en-US">
              <a:sym typeface="+mn-ea"/>
            </a:endParaRP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en-US" altLang="zh-CN">
                <a:sym typeface="+mn-ea"/>
              </a:rPr>
              <a:t>(2).</a:t>
            </a:r>
            <a:r>
              <a:rPr lang="zh-CN" altLang="en-US">
                <a:sym typeface="+mn-ea"/>
              </a:rPr>
              <a:t>求任意一子串</a:t>
            </a:r>
            <a:r>
              <a:rPr lang="en-US" altLang="zh-CN">
                <a:sym typeface="+mn-ea"/>
              </a:rPr>
              <a:t>s[ l~r ]</a:t>
            </a:r>
            <a:r>
              <a:rPr lang="zh-CN" altLang="en-US">
                <a:sym typeface="+mn-ea"/>
              </a:rPr>
              <a:t>的哈希值</a:t>
            </a:r>
            <a:r>
              <a:rPr lang="en-US" altLang="zh-CN">
                <a:sym typeface="+mn-ea"/>
              </a:rPr>
              <a:t>h</a:t>
            </a:r>
            <a:endParaRPr lang="en-US" altLang="zh-CN"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ym typeface="+mn-ea"/>
              </a:rPr>
              <a:t>h=s[l]*base^(r-l)+s[l+1]*base^(r-l-1)+...+s[r];</a:t>
            </a:r>
            <a:endParaRPr lang="en-US" altLang="zh-CN"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ym typeface="+mn-ea"/>
              </a:rPr>
              <a:t>hash[l-1]=s[0]*base^</a:t>
            </a:r>
            <a:r>
              <a:rPr lang="en-US" altLang="zh-CN">
                <a:sym typeface="+mn-ea"/>
              </a:rPr>
              <a:t>(l-1)+s[1]*base^(l-2)+</a:t>
            </a:r>
            <a:r>
              <a:rPr lang="en-US" altLang="zh-CN">
                <a:sym typeface="+mn-ea"/>
              </a:rPr>
              <a:t>...+s[l-1]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ym typeface="+mn-ea"/>
              </a:rPr>
              <a:t>   hash[r]=s[0]*base^r      +s[1]*base^(r-1)</a:t>
            </a:r>
            <a:r>
              <a:rPr lang="en-US" altLang="zh-CN">
                <a:sym typeface="+mn-ea"/>
              </a:rPr>
              <a:t>+...+s[l-1]*base^(r-l+1)+s[l]*base^(r-l)+...+s[r]</a:t>
            </a:r>
            <a:endParaRPr lang="en-US" altLang="zh-CN"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h=hash[r]-hash[l-1]*base^(r-l+1)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rgbClr val="FF0000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快速求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base^(r-l+1)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，可以整个数组来保存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base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次方。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这种获取子串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hash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值得方式我们就称为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滚动哈希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O(n)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O(n)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预处理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b^i----&gt;base[i]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O(n)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预处理出前缀子串的哈希值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h[i]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O(1)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计算出子串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s[l]~~s[r]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的哈希值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降低哈希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碰撞：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为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质数。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）将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和M尽量取大即可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越大值域越大，冲突越小。把所有变量的数据类型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ull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M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最大可以取多大？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unsigned long long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的最大值：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2^64-1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---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自然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取余法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刚好：unsigned long long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，若变量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保存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的值超过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2^64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时，会自动对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en-US" altLang="zh-CN">
                <a:sym typeface="+mn-ea"/>
              </a:rPr>
              <a:t>2^64</a:t>
            </a:r>
            <a:r>
              <a:rPr lang="zh-CN" altLang="en-US">
                <a:sym typeface="+mn-ea"/>
              </a:rPr>
              <a:t>取余。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）双Hash法：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一个字符串用不同的Base和MOD，hash两次，将这两个结果用一个二元组表示，作为一个总的Hash结果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相当于我们用不同的Base和MOD，进行两次 单Hash方法 操作，然后将得到的结果，变成一个二元组结果，这样子，我们要看一个字符串，就要同时对比两个 Hash 值，这样子出现冲突的概率就很低了。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25775" y="477520"/>
            <a:ext cx="6553200" cy="711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73475" y="4508500"/>
            <a:ext cx="5143500" cy="1277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/>
          <a:p/>
          <a:p/>
          <a:p/>
          <a:p/>
          <a:p/>
          <a:p>
            <a:r>
              <a:rPr lang="en-US"/>
              <a:t>b</a:t>
            </a:r>
            <a:r>
              <a:rPr lang="zh-CN" altLang="en-US"/>
              <a:t>的选择</a:t>
            </a:r>
            <a:r>
              <a:rPr lang="en-US" altLang="zh-CN"/>
              <a:t>：</a:t>
            </a:r>
            <a:r>
              <a:rPr lang="zh-CN" altLang="en-US"/>
              <a:t>比字符的个数多的一个</a:t>
            </a:r>
            <a:r>
              <a:rPr lang="zh-CN" altLang="en-US"/>
              <a:t>质数</a:t>
            </a:r>
            <a:endParaRPr lang="zh-CN" altLang="en-US"/>
          </a:p>
          <a:p>
            <a:r>
              <a:rPr lang="en-US" altLang="zh-CN"/>
              <a:t>M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27、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131</a:t>
            </a:r>
            <a:r>
              <a:rPr lang="en-US" altLang="zh-CN">
                <a:sym typeface="+mn-ea"/>
              </a:rPr>
              <a:t>、19260817  19660813</a:t>
            </a:r>
            <a:endParaRPr lang="en-US" altLang="zh-CN">
              <a:sym typeface="+mn-ea"/>
            </a:endParaRPr>
          </a:p>
          <a:p>
            <a:r>
              <a:rPr lang="en-US" altLang="zh-CN"/>
              <a:t>M&gt;b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7090" y="690245"/>
            <a:ext cx="10775315" cy="1573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https://www.luogu.com.cn/problem/P3370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https://www.luogu.com.cn/problem/P3370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2360" y="122047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r>
              <a:rPr lang="en-US" altLang="zh-CN"/>
              <a:t>1. 选择什么进制比较好？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首先不要把任意字符对应到数字0，比如假如把a对应到数字0，那么将不能只从Hash结果上区分ab和b</a:t>
            </a:r>
            <a:r>
              <a:rPr lang="zh-CN" altLang="en-US"/>
              <a:t>，因为都是</a:t>
            </a:r>
            <a:r>
              <a:rPr lang="en-US" altLang="zh-CN"/>
              <a:t>b</a:t>
            </a:r>
            <a:r>
              <a:rPr lang="zh-CN" altLang="en-US"/>
              <a:t>的值</a:t>
            </a:r>
            <a:r>
              <a:rPr lang="en-US" altLang="zh-CN"/>
              <a:t>，一般而言，把a-z对应到数字1-26比较合适。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关于进制的选择实际上非常自由，大于所有字符对应的数字的最大值，不要含有模数的质因子(那还模什么)，比如一个字符集是a到z的题目，选择27、</a:t>
            </a:r>
            <a:r>
              <a:rPr lang="en-US" altLang="zh-CN">
                <a:solidFill>
                  <a:srgbClr val="FF0000"/>
                </a:solidFill>
              </a:rPr>
              <a:t>131</a:t>
            </a:r>
            <a:r>
              <a:rPr lang="en-US" altLang="zh-CN"/>
              <a:t>、19260817 都是可以的。</a:t>
            </a:r>
            <a:r>
              <a:rPr lang="zh-CN" altLang="en-US"/>
              <a:t>（</a:t>
            </a:r>
            <a:r>
              <a:rPr lang="en-US" altLang="zh-CN"/>
              <a:t>131</a:t>
            </a:r>
            <a:r>
              <a:rPr lang="zh-CN" altLang="en-US"/>
              <a:t>比较</a:t>
            </a:r>
            <a:r>
              <a:rPr lang="zh-CN" altLang="en-US"/>
              <a:t>好用）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降低冲突，即</a:t>
            </a:r>
            <a:r>
              <a:rPr lang="en-US" altLang="zh-CN"/>
              <a:t>M</a:t>
            </a:r>
            <a:r>
              <a:rPr lang="zh-CN" altLang="en-US"/>
              <a:t>的选取。尽可能的</a:t>
            </a:r>
            <a:r>
              <a:rPr lang="zh-CN" altLang="en-US"/>
              <a:t>大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）自然取余法，用</a:t>
            </a:r>
            <a:r>
              <a:rPr lang="en-US" altLang="zh-CN"/>
              <a:t> unsigned long long不手动进行取模，它溢出时会自动对</a:t>
            </a:r>
            <a:r>
              <a:rPr lang="en-US" altLang="zh-CN">
                <a:sym typeface="+mn-ea"/>
              </a:rPr>
              <a:t>2^64-1</a:t>
            </a:r>
            <a:r>
              <a:rPr lang="zh-CN" altLang="en-US"/>
              <a:t>进行取模</a:t>
            </a:r>
            <a:r>
              <a:rPr lang="en-US" altLang="zh-CN"/>
              <a:t> ,</a:t>
            </a:r>
            <a:r>
              <a:rPr lang="zh-CN" altLang="en-US"/>
              <a:t>可能产生</a:t>
            </a:r>
            <a:r>
              <a:rPr lang="zh-CN" altLang="en-US"/>
              <a:t>冲突会被</a:t>
            </a:r>
            <a:r>
              <a:rPr lang="zh-CN" altLang="en-US"/>
              <a:t>卡掉。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）双哈希法：选择两个</a:t>
            </a:r>
            <a:r>
              <a:rPr lang="en-US" altLang="zh-CN"/>
              <a:t>10^9级别的质数，只有模这两个数都相等才判断相等,目前暂时没有办法卡掉这种写法（除了卡时间让它超时）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17465" y="5953125"/>
            <a:ext cx="1679575" cy="6578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子串</a:t>
            </a:r>
            <a:r>
              <a:rPr lang="zh-CN" altLang="en-US"/>
              <a:t>匹配：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78865" y="2015490"/>
            <a:ext cx="9398000" cy="1722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40710" y="1993265"/>
            <a:ext cx="3872230" cy="181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下一节：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KMP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算法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2447</Words>
  <Application>WPS 演示</Application>
  <PresentationFormat>宽屏</PresentationFormat>
  <Paragraphs>147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微软雅黑</vt:lpstr>
      <vt:lpstr>宋体</vt:lpstr>
      <vt:lpstr>Arial Unicode MS</vt:lpstr>
      <vt:lpstr>汉仪书宋二KW</vt:lpstr>
      <vt:lpstr>Apple Color Emoji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pipi</cp:lastModifiedBy>
  <cp:revision>56</cp:revision>
  <dcterms:created xsi:type="dcterms:W3CDTF">2025-04-28T14:00:30Z</dcterms:created>
  <dcterms:modified xsi:type="dcterms:W3CDTF">2025-04-28T14:00:30Z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