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5" r:id="rId3"/>
    <p:sldId id="266" r:id="rId4"/>
    <p:sldId id="257" r:id="rId5"/>
    <p:sldId id="258" r:id="rId6"/>
    <p:sldId id="267" r:id="rId7"/>
    <p:sldId id="259" r:id="rId8"/>
    <p:sldId id="268" r:id="rId9"/>
    <p:sldId id="264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2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388745" y="1250315"/>
            <a:ext cx="9671050" cy="2289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搜索</a:t>
            </a:r>
            <a:r>
              <a:rPr lang="en-US" altLang="zh-CN"/>
              <a:t>--</a:t>
            </a:r>
            <a:r>
              <a:rPr lang="zh-CN" altLang="en-US"/>
              <a:t>暴力</a:t>
            </a:r>
            <a:r>
              <a:rPr lang="en-US" altLang="zh-CN"/>
              <a:t>: </a:t>
            </a:r>
            <a:r>
              <a:rPr lang="zh-CN" altLang="en-US"/>
              <a:t>按照题目要求构造可能的答案</a:t>
            </a:r>
            <a:r>
              <a:rPr lang="en-US" altLang="zh-CN"/>
              <a:t>，</a:t>
            </a:r>
            <a:r>
              <a:rPr lang="zh-CN" altLang="en-US"/>
              <a:t>对</a:t>
            </a:r>
            <a:r>
              <a:rPr lang="zh-CN" altLang="en-US"/>
              <a:t>所以可能的</a:t>
            </a:r>
            <a:r>
              <a:rPr lang="zh-CN" altLang="en-US"/>
              <a:t>答案进行枚举，通过穷尽所有的可能来找到最优解，或者统计合法解的个数。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搜索分为：</a:t>
            </a:r>
            <a:r>
              <a:rPr lang="en-US" altLang="zh-CN"/>
              <a:t>DFS </a:t>
            </a:r>
            <a:r>
              <a:rPr lang="zh-CN" altLang="en-US"/>
              <a:t>和</a:t>
            </a:r>
            <a:r>
              <a:rPr lang="en-US" altLang="zh-CN"/>
              <a:t> BFS。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搜索有很多优化方式，如减小状态空间，更改搜索顺序，剪枝等。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80515" y="1623695"/>
            <a:ext cx="9613900" cy="2660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DFS(</a:t>
            </a:r>
            <a:r>
              <a:rPr lang="zh-CN" altLang="en-US"/>
              <a:t>图论</a:t>
            </a:r>
            <a:r>
              <a:rPr lang="en-US" altLang="zh-CN"/>
              <a:t>)</a:t>
            </a:r>
            <a:r>
              <a:rPr lang="zh-CN" altLang="en-US"/>
              <a:t>：深度优先搜索</a:t>
            </a:r>
            <a:r>
              <a:rPr lang="en-US" altLang="zh-CN"/>
              <a:t>,是一种用于遍历或搜索树或图的算法。所谓深度优先，就是说每次都尝试向更深的节点走。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在 </a:t>
            </a:r>
            <a:r>
              <a:rPr lang="en-US" altLang="zh-CN">
                <a:solidFill>
                  <a:srgbClr val="FF0000"/>
                </a:solidFill>
              </a:rPr>
              <a:t>搜索算法</a:t>
            </a:r>
            <a:r>
              <a:rPr lang="en-US" altLang="zh-CN"/>
              <a:t> 中，该DFS常常指 利用</a:t>
            </a:r>
            <a:r>
              <a:rPr lang="en-US" altLang="zh-CN">
                <a:solidFill>
                  <a:srgbClr val="FF0000"/>
                </a:solidFill>
              </a:rPr>
              <a:t>递归函数</a:t>
            </a:r>
            <a:r>
              <a:rPr lang="en-US" altLang="zh-CN"/>
              <a:t>方便地实现暴力枚举的算法，与图论中的 DFS 算法有一定相似之处，但并不完全相同。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通常是：</a:t>
            </a:r>
            <a:r>
              <a:rPr lang="zh-CN" altLang="en-US"/>
              <a:t>构造一棵搜索树（或说是状态树）来进行搜索。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https://www.luogu.com.cn/problem/P1706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https://www.luogu.com.cn/problem/P1706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780905" cy="409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分析</a:t>
            </a:r>
            <a:r>
              <a:rPr lang="zh-CN" altLang="en-US"/>
              <a:t>样例：以N=3为例，构造一棵搜索树（或说是状态树）来进行搜索。同时用</a:t>
            </a:r>
            <a:r>
              <a:rPr lang="zh-CN" altLang="en-US"/>
              <a:t>数组来存放搜索树中的结果。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思路：</a:t>
            </a:r>
            <a:endParaRPr lang="zh-CN" altLang="en-US"/>
          </a:p>
          <a:p>
            <a:r>
              <a:rPr lang="zh-CN" altLang="en-US"/>
              <a:t>先定义两个数组，一个是用来存放</a:t>
            </a:r>
            <a:r>
              <a:rPr lang="zh-CN" altLang="en-US">
                <a:solidFill>
                  <a:srgbClr val="FF0000"/>
                </a:solidFill>
              </a:rPr>
              <a:t>合法解</a:t>
            </a:r>
            <a:r>
              <a:rPr lang="zh-CN" altLang="en-US"/>
              <a:t>，一个是用来</a:t>
            </a:r>
            <a:r>
              <a:rPr lang="zh-CN" altLang="en-US">
                <a:solidFill>
                  <a:srgbClr val="FF0000"/>
                </a:solidFill>
              </a:rPr>
              <a:t>标记该数是否用过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我们可以先写一个用于打印的函数print()，每当深搜时找到一个符合条件的解时，则输出一下，输出这个解（注意题目输出格式</a:t>
            </a:r>
            <a:r>
              <a:rPr lang="en-US" altLang="zh-CN"/>
              <a:t>--5</a:t>
            </a:r>
            <a:r>
              <a:rPr lang="zh-CN" altLang="en-US"/>
              <a:t>个</a:t>
            </a:r>
            <a:r>
              <a:rPr lang="zh-CN" altLang="en-US"/>
              <a:t>场宽）。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接下来就是写基于递归的深搜函数了。主要思路：先判断格子是否填满了，如果填满，则print()一下。如果没有填满，则开始循环，在循环中先判断当前填的数是否用过，如果没有，则填入，搜索下一格。（需要</a:t>
            </a:r>
            <a:r>
              <a:rPr lang="zh-CN" altLang="en-US"/>
              <a:t>回溯）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回溯</a:t>
            </a:r>
            <a:r>
              <a:rPr lang="zh-CN" altLang="en-US"/>
              <a:t>就是要消除搜索过程中的不同可能性之间对中间变量的影响</a:t>
            </a:r>
            <a:r>
              <a:rPr lang="en-US" altLang="zh-CN"/>
              <a:t>,</a:t>
            </a:r>
            <a:r>
              <a:rPr lang="zh-CN" altLang="en-US"/>
              <a:t>即搜索下一个答案之前，保证上一个答案对下一个答案没影响，恢复到之前的</a:t>
            </a:r>
            <a:r>
              <a:rPr lang="zh-CN" altLang="en-US"/>
              <a:t>状态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80515" y="1623695"/>
            <a:ext cx="9479280" cy="1915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zh-CN"/>
          </a:p>
          <a:p>
            <a:r>
              <a:rPr lang="en-US" altLang="zh-CN"/>
              <a:t>在 </a:t>
            </a:r>
            <a:r>
              <a:rPr lang="en-US" altLang="zh-CN">
                <a:solidFill>
                  <a:srgbClr val="FF0000"/>
                </a:solidFill>
              </a:rPr>
              <a:t>搜索算法</a:t>
            </a:r>
            <a:r>
              <a:rPr lang="en-US" altLang="zh-CN"/>
              <a:t> 中，DFS</a:t>
            </a:r>
            <a:r>
              <a:rPr lang="zh-CN" altLang="en-US"/>
              <a:t>也常</a:t>
            </a:r>
            <a:r>
              <a:rPr lang="zh-CN" altLang="en-US">
                <a:sym typeface="+mn-ea"/>
              </a:rPr>
              <a:t>被</a:t>
            </a:r>
            <a:r>
              <a:rPr lang="zh-CN" altLang="en-US"/>
              <a:t>用于</a:t>
            </a:r>
            <a:r>
              <a:rPr lang="en-US" altLang="zh-CN"/>
              <a:t> </a:t>
            </a:r>
            <a:r>
              <a:rPr lang="zh-CN" altLang="en-US"/>
              <a:t>在网格中搜索。搜索过程中考虑往</a:t>
            </a:r>
            <a:r>
              <a:rPr lang="en-US" altLang="zh-CN"/>
              <a:t>4</a:t>
            </a:r>
            <a:r>
              <a:rPr lang="zh-CN" altLang="en-US"/>
              <a:t>个或者</a:t>
            </a:r>
            <a:r>
              <a:rPr lang="en-US" altLang="zh-CN"/>
              <a:t>8</a:t>
            </a:r>
            <a:r>
              <a:rPr lang="zh-CN" altLang="en-US"/>
              <a:t>个方向搜索，同时要注意不要</a:t>
            </a:r>
            <a:r>
              <a:rPr lang="zh-CN" altLang="en-US"/>
              <a:t>越过网格的</a:t>
            </a:r>
            <a:r>
              <a:rPr lang="zh-CN" altLang="en-US"/>
              <a:t>边界。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https://leetcode.cn/problems/number-of-islands/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100455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https://leetcode.cn/problems/number-of-islands/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100455"/>
            <a:ext cx="9445625" cy="3734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主循环：遍历整个矩阵。当遇到一点为</a:t>
            </a:r>
            <a:r>
              <a:rPr lang="en-US" altLang="zh-CN"/>
              <a:t>‘1’</a:t>
            </a:r>
            <a:r>
              <a:rPr lang="zh-CN" altLang="en-US"/>
              <a:t>时说明遇到了一个岛屿，岛屿数目</a:t>
            </a:r>
            <a:r>
              <a:rPr lang="en-US" altLang="zh-CN"/>
              <a:t>+1</a:t>
            </a:r>
            <a:r>
              <a:rPr lang="zh-CN" altLang="en-US"/>
              <a:t>。但是这个</a:t>
            </a:r>
            <a:r>
              <a:rPr lang="en-US" altLang="zh-CN"/>
              <a:t>‘1’</a:t>
            </a:r>
            <a:r>
              <a:rPr lang="zh-CN" altLang="en-US"/>
              <a:t>只是岛屿的一部分，所以要通过</a:t>
            </a:r>
            <a:r>
              <a:rPr lang="en-US" altLang="zh-CN"/>
              <a:t> DFS</a:t>
            </a:r>
            <a:r>
              <a:rPr lang="zh-CN" altLang="en-US"/>
              <a:t>来搜索到整个岛屿，并把这个岛屿的值全改为</a:t>
            </a:r>
            <a:r>
              <a:rPr lang="en-US" altLang="zh-CN"/>
              <a:t>0</a:t>
            </a:r>
            <a:r>
              <a:rPr lang="zh-CN" altLang="en-US"/>
              <a:t>，防止重复计算</a:t>
            </a:r>
            <a:r>
              <a:rPr lang="zh-CN" altLang="en-US"/>
              <a:t>答案。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DFS</a:t>
            </a:r>
            <a:r>
              <a:rPr lang="zh-CN" altLang="en-US"/>
              <a:t>：设目前在（</a:t>
            </a:r>
            <a:r>
              <a:rPr lang="en-US" altLang="zh-CN"/>
              <a:t>i,j</a:t>
            </a:r>
            <a:r>
              <a:rPr lang="zh-CN" altLang="en-US"/>
              <a:t>）点，搜索（</a:t>
            </a:r>
            <a:r>
              <a:rPr lang="en-US" altLang="zh-CN"/>
              <a:t>i</a:t>
            </a:r>
            <a:r>
              <a:rPr lang="zh-CN" altLang="en-US"/>
              <a:t>，</a:t>
            </a:r>
            <a:r>
              <a:rPr lang="en-US" altLang="zh-CN"/>
              <a:t>j</a:t>
            </a:r>
            <a:r>
              <a:rPr lang="zh-CN" altLang="en-US"/>
              <a:t>）所在的整个岛屿。从（</a:t>
            </a:r>
            <a:r>
              <a:rPr lang="en-US" altLang="zh-CN"/>
              <a:t>i</a:t>
            </a:r>
            <a:r>
              <a:rPr lang="zh-CN" altLang="en-US"/>
              <a:t>，</a:t>
            </a:r>
            <a:r>
              <a:rPr lang="en-US" altLang="zh-CN"/>
              <a:t>j</a:t>
            </a:r>
            <a:r>
              <a:rPr lang="zh-CN" altLang="en-US"/>
              <a:t>）向上下左右四个方向进行搜索</a:t>
            </a:r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i+1,j</a:t>
            </a:r>
            <a:r>
              <a:rPr lang="zh-CN" altLang="en-US"/>
              <a:t>）</a:t>
            </a:r>
            <a:r>
              <a:rPr lang="en-US" altLang="zh-CN"/>
              <a:t>(i-1,j) (i,j-1) (i,j+1)</a:t>
            </a:r>
            <a:r>
              <a:rPr lang="zh-CN" altLang="en-US"/>
              <a:t>。若这</a:t>
            </a:r>
            <a:r>
              <a:rPr lang="en-US" altLang="zh-CN"/>
              <a:t>4</a:t>
            </a:r>
            <a:r>
              <a:rPr lang="zh-CN" altLang="en-US"/>
              <a:t>个点为</a:t>
            </a:r>
            <a:r>
              <a:rPr lang="en-US" altLang="zh-CN"/>
              <a:t>‘1’</a:t>
            </a:r>
            <a:r>
              <a:rPr lang="zh-CN" altLang="en-US"/>
              <a:t>，且不越界，则可以走过去，然后将走到的点的值改为</a:t>
            </a:r>
            <a:r>
              <a:rPr lang="en-US" altLang="zh-CN"/>
              <a:t>‘0’</a:t>
            </a:r>
            <a:r>
              <a:rPr lang="zh-CN" altLang="en-US"/>
              <a:t>，再以走到的点为</a:t>
            </a:r>
            <a:r>
              <a:rPr lang="zh-CN" altLang="en-US"/>
              <a:t>基础进行</a:t>
            </a:r>
            <a:r>
              <a:rPr lang="zh-CN" altLang="en-US"/>
              <a:t>搜索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192145" y="3093085"/>
            <a:ext cx="4734560" cy="1118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92145" y="1965325"/>
            <a:ext cx="31165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下节课的</a:t>
            </a:r>
            <a:r>
              <a:rPr lang="zh-CN" altLang="en-US"/>
              <a:t>题目：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</Words>
  <Application>WPS 演示</Application>
  <PresentationFormat>宽屏</PresentationFormat>
  <Paragraphs>51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11</cp:revision>
  <dcterms:created xsi:type="dcterms:W3CDTF">2025-03-27T13:37:42Z</dcterms:created>
  <dcterms:modified xsi:type="dcterms:W3CDTF">2025-03-27T13:37:42Z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