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2" r:id="rId4"/>
    <p:sldId id="273" r:id="rId5"/>
    <p:sldId id="260" r:id="rId6"/>
    <p:sldId id="266" r:id="rId7"/>
    <p:sldId id="257" r:id="rId8"/>
    <p:sldId id="262" r:id="rId9"/>
    <p:sldId id="263" r:id="rId10"/>
    <p:sldId id="259" r:id="rId11"/>
    <p:sldId id="261" r:id="rId12"/>
    <p:sldId id="281" r:id="rId13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82" y="5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8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.png"/><Relationship Id="rId3" Type="http://schemas.openxmlformats.org/officeDocument/2006/relationships/tags" Target="../tags/tag7.xml"/><Relationship Id="rId2" Type="http://schemas.openxmlformats.org/officeDocument/2006/relationships/image" Target="../media/image1.png"/><Relationship Id="rId1" Type="http://schemas.openxmlformats.org/officeDocument/2006/relationships/tags" Target="../tags/tag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507490" y="563245"/>
            <a:ext cx="8368030" cy="24434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枚举：</a:t>
            </a:r>
            <a:r>
              <a:rPr lang="zh-CN" altLang="en-US" dirty="0"/>
              <a:t>是基于已有知识来猜测答案的一种问题求解策略。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枚举的思想是不断地猜测，从可能的答案集合中一一尝试，然后再判断题目的条件是否成立。枚举每一种可能性。</a:t>
            </a:r>
            <a:endParaRPr lang="zh-CN" altLang="en-US" dirty="0"/>
          </a:p>
          <a:p>
            <a:r>
              <a:rPr lang="en-US" altLang="zh-CN" dirty="0"/>
              <a:t>1.</a:t>
            </a:r>
            <a:r>
              <a:rPr lang="zh-CN" altLang="en-US" dirty="0"/>
              <a:t>找对答案集合</a:t>
            </a:r>
            <a:r>
              <a:rPr lang="en-US" altLang="zh-CN" dirty="0"/>
              <a:t>   1～～100</a:t>
            </a:r>
            <a:r>
              <a:rPr lang="zh-CN" altLang="en-US" dirty="0"/>
              <a:t>最大的质数</a:t>
            </a:r>
            <a:r>
              <a:rPr lang="en-US" altLang="zh-CN" dirty="0"/>
              <a:t> 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答案成立的条件</a:t>
            </a:r>
            <a:r>
              <a:rPr lang="en-US" altLang="zh-CN" dirty="0"/>
              <a:t>---》</a:t>
            </a:r>
            <a:r>
              <a:rPr lang="zh-CN" altLang="en-US" dirty="0"/>
              <a:t>题目</a:t>
            </a:r>
            <a:r>
              <a:rPr lang="zh-CN" altLang="en-US" dirty="0"/>
              <a:t>给出</a:t>
            </a:r>
            <a:endParaRPr lang="zh-CN" altLang="en-US" dirty="0"/>
          </a:p>
          <a:p>
            <a:r>
              <a:rPr lang="en-US" altLang="zh-CN" dirty="0"/>
              <a:t>3.</a:t>
            </a:r>
            <a:r>
              <a:rPr lang="zh-CN" altLang="en-US" dirty="0"/>
              <a:t>减小枚举范围</a:t>
            </a:r>
            <a:r>
              <a:rPr lang="en-US" altLang="zh-CN" dirty="0"/>
              <a:t>----》</a:t>
            </a:r>
            <a:r>
              <a:rPr lang="zh-CN" altLang="en-US" dirty="0"/>
              <a:t>提高</a:t>
            </a:r>
            <a:r>
              <a:rPr lang="zh-CN" altLang="en-US" dirty="0"/>
              <a:t>效率</a:t>
            </a:r>
            <a:endParaRPr lang="zh-CN" altLang="en-US" dirty="0"/>
          </a:p>
          <a:p>
            <a:r>
              <a:rPr lang="en-US" altLang="zh-CN" dirty="0"/>
              <a:t>4.</a:t>
            </a:r>
            <a:r>
              <a:rPr lang="zh-CN" altLang="en-US" dirty="0"/>
              <a:t>选择合适的枚举</a:t>
            </a:r>
            <a:r>
              <a:rPr lang="zh-CN" altLang="en-US" dirty="0"/>
              <a:t>顺序</a:t>
            </a:r>
            <a:endParaRPr lang="zh-CN" altLang="en-US" dirty="0"/>
          </a:p>
          <a:p>
            <a:endParaRPr lang="zh-CN" altLang="en-US" dirty="0"/>
          </a:p>
          <a:p>
            <a:endParaRPr lang="en-US" altLang="zh-CN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507490" y="3220720"/>
            <a:ext cx="836803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模拟：</a:t>
            </a:r>
            <a:r>
              <a:rPr lang="zh-CN" altLang="en-US" dirty="0"/>
              <a:t>直接模拟题目中要求的操作来求解。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模拟题目通常具有码量大、操作多的特点。由于它码量大，经常会出现难以查错的情况，如果在考试中写错是相当浪费时间的。但是</a:t>
            </a:r>
            <a:r>
              <a:rPr lang="zh-CN" altLang="en-US" dirty="0"/>
              <a:t>其思路一般较为简单。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>
                <a:sym typeface="+mn-ea"/>
              </a:rPr>
              <a:t>具体的操作步骤有可能需要自己分析得出</a:t>
            </a:r>
            <a:r>
              <a:rPr lang="en-US" altLang="zh-CN" dirty="0">
                <a:sym typeface="+mn-ea"/>
              </a:rPr>
              <a:t>。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507490" y="1015365"/>
            <a:ext cx="836803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枚举：</a:t>
            </a:r>
            <a:r>
              <a:rPr lang="zh-CN" altLang="en-US" dirty="0"/>
              <a:t>是基于已有知识来猜测答案的一种问题求解策略。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枚举的思想是不断地猜测，从可能的答案集合中一一尝试，然后再判断题目的条件是否成立。枚举每一种可能性。</a:t>
            </a:r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507490" y="2974340"/>
            <a:ext cx="836803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模拟：</a:t>
            </a:r>
            <a:r>
              <a:rPr lang="zh-CN" altLang="en-US" dirty="0"/>
              <a:t>直接模拟题目中要求的操作来求解。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模拟题目通常具有码量大、操作多的特点。由于它码量大，经常会出现难以查错的情况，如果在考试中写错是相当浪费时间的。但是</a:t>
            </a:r>
            <a:r>
              <a:rPr lang="zh-CN" altLang="en-US" dirty="0"/>
              <a:t>其思路一般较为简单。</a:t>
            </a:r>
            <a:endParaRPr lang="zh-CN" altLang="en-US" dirty="0"/>
          </a:p>
          <a:p>
            <a:r>
              <a:rPr lang="zh-CN" altLang="en-US" dirty="0"/>
              <a:t>具体的操作步骤有可能需要自己分析得出</a:t>
            </a:r>
            <a:r>
              <a:rPr lang="en-US" altLang="zh-CN" dirty="0"/>
              <a:t>。  </a:t>
            </a:r>
            <a:endParaRPr lang="en-US" altLang="zh-CN" dirty="0"/>
          </a:p>
        </p:txBody>
      </p:sp>
      <p:sp>
        <p:nvSpPr>
          <p:cNvPr id="6" name="文本框 5"/>
          <p:cNvSpPr txBox="1"/>
          <p:nvPr/>
        </p:nvSpPr>
        <p:spPr>
          <a:xfrm>
            <a:off x="2787015" y="4944110"/>
            <a:ext cx="6106795" cy="8407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枚举和模拟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en-US">
                <a:solidFill>
                  <a:srgbClr val="FF0000"/>
                </a:solidFill>
              </a:rPr>
              <a:t>有时候统称为暴力</a:t>
            </a:r>
            <a:r>
              <a:rPr lang="en-US" altLang="zh-CN">
                <a:solidFill>
                  <a:srgbClr val="FF0000"/>
                </a:solidFill>
              </a:rPr>
              <a:t>，</a:t>
            </a:r>
            <a:r>
              <a:rPr lang="zh-CN" altLang="en-US">
                <a:solidFill>
                  <a:srgbClr val="FF0000"/>
                </a:solidFill>
              </a:rPr>
              <a:t>可以不做严格区分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暴搜</a:t>
            </a:r>
            <a:r>
              <a:rPr lang="en-US" altLang="zh-CN">
                <a:solidFill>
                  <a:schemeClr val="tx1"/>
                </a:solidFill>
              </a:rPr>
              <a:t>：</a:t>
            </a:r>
            <a:r>
              <a:rPr lang="zh-CN" altLang="en-US">
                <a:solidFill>
                  <a:schemeClr val="tx1"/>
                </a:solidFill>
              </a:rPr>
              <a:t>用搜索算法枚举答案</a:t>
            </a:r>
            <a:r>
              <a:rPr lang="en-US" altLang="zh-CN">
                <a:solidFill>
                  <a:schemeClr val="tx1"/>
                </a:solidFill>
              </a:rPr>
              <a:t>（</a:t>
            </a:r>
            <a:r>
              <a:rPr lang="zh-CN" altLang="en-US">
                <a:solidFill>
                  <a:schemeClr val="tx1"/>
                </a:solidFill>
              </a:rPr>
              <a:t>找到复合条件的答案</a:t>
            </a:r>
            <a:r>
              <a:rPr lang="en-US" altLang="zh-CN">
                <a:solidFill>
                  <a:schemeClr val="tx1"/>
                </a:solidFill>
              </a:rPr>
              <a:t>）</a:t>
            </a:r>
            <a:endParaRPr lang="en-US" altLang="zh-C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507490" y="1015365"/>
            <a:ext cx="836803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枚举：</a:t>
            </a:r>
            <a:r>
              <a:rPr lang="zh-CN" altLang="en-US" dirty="0"/>
              <a:t>是基于已有知识来猜测答案的一种问题求解策略。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枚举的思想是不断地猜测，从可能的答案集合中一一尝试，然后再判断题目的条件是否成立。枚举每一种可能性。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787015" y="4944110"/>
            <a:ext cx="6106795" cy="8407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枚举和模拟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en-US">
                <a:solidFill>
                  <a:srgbClr val="FF0000"/>
                </a:solidFill>
              </a:rPr>
              <a:t>有时候统称为暴力</a:t>
            </a:r>
            <a:r>
              <a:rPr lang="en-US" altLang="zh-CN">
                <a:solidFill>
                  <a:srgbClr val="FF0000"/>
                </a:solidFill>
              </a:rPr>
              <a:t>，</a:t>
            </a:r>
            <a:r>
              <a:rPr lang="zh-CN" altLang="en-US">
                <a:solidFill>
                  <a:srgbClr val="FF0000"/>
                </a:solidFill>
              </a:rPr>
              <a:t>可以不做严格区分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暴搜</a:t>
            </a:r>
            <a:r>
              <a:rPr lang="en-US" altLang="zh-CN">
                <a:solidFill>
                  <a:schemeClr val="tx1"/>
                </a:solidFill>
              </a:rPr>
              <a:t>：</a:t>
            </a:r>
            <a:r>
              <a:rPr lang="zh-CN" altLang="en-US">
                <a:solidFill>
                  <a:schemeClr val="tx1"/>
                </a:solidFill>
              </a:rPr>
              <a:t>用搜索算法枚举答案</a:t>
            </a:r>
            <a:r>
              <a:rPr lang="en-US" altLang="zh-CN">
                <a:solidFill>
                  <a:schemeClr val="tx1"/>
                </a:solidFill>
              </a:rPr>
              <a:t>（</a:t>
            </a:r>
            <a:r>
              <a:rPr lang="zh-CN" altLang="en-US">
                <a:solidFill>
                  <a:schemeClr val="tx1"/>
                </a:solidFill>
              </a:rPr>
              <a:t>找到</a:t>
            </a:r>
            <a:r>
              <a:rPr lang="zh-CN" altLang="en-US">
                <a:solidFill>
                  <a:schemeClr val="tx1"/>
                </a:solidFill>
              </a:rPr>
              <a:t>符合条件的答案</a:t>
            </a:r>
            <a:r>
              <a:rPr lang="en-US" altLang="zh-CN">
                <a:solidFill>
                  <a:schemeClr val="tx1"/>
                </a:solidFill>
              </a:rPr>
              <a:t>）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49500" y="6101080"/>
            <a:ext cx="6765290" cy="40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三大玄学解题方法</a:t>
            </a:r>
            <a:r>
              <a:rPr lang="en-US" altLang="zh-CN"/>
              <a:t>：</a:t>
            </a:r>
            <a:r>
              <a:rPr lang="zh-CN" altLang="en-US"/>
              <a:t>暴力求解法</a:t>
            </a:r>
            <a:r>
              <a:rPr lang="en-US" altLang="zh-CN"/>
              <a:t>，</a:t>
            </a:r>
            <a:r>
              <a:rPr lang="zh-CN" altLang="en-US"/>
              <a:t>直观目测法</a:t>
            </a:r>
            <a:r>
              <a:rPr lang="en-US" altLang="zh-CN"/>
              <a:t>，</a:t>
            </a:r>
            <a:r>
              <a:rPr lang="zh-CN" altLang="en-US"/>
              <a:t>心灵感应</a:t>
            </a:r>
            <a:r>
              <a:rPr lang="zh-CN" altLang="en-US"/>
              <a:t>法</a:t>
            </a:r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507490" y="2974340"/>
            <a:ext cx="836803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rgbClr val="FF0000"/>
                </a:solidFill>
              </a:rPr>
              <a:t>模拟：</a:t>
            </a:r>
            <a:r>
              <a:rPr lang="zh-CN" altLang="en-US" dirty="0"/>
              <a:t>直接模拟题目中要求的操作来求解。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模拟题目通常具有码量大、操作多的特点。由于它码量大，经常会出现难以查错的情况，如果在考试中写错是相当浪费时间的。但是</a:t>
            </a:r>
            <a:r>
              <a:rPr lang="zh-CN" altLang="en-US" dirty="0"/>
              <a:t>其思路一般较为简单。</a:t>
            </a:r>
            <a:endParaRPr lang="zh-CN" altLang="en-US" dirty="0"/>
          </a:p>
          <a:p>
            <a:r>
              <a:rPr lang="zh-CN" altLang="en-US" dirty="0"/>
              <a:t>具体的操作步骤有可能需要自己分析得出</a:t>
            </a:r>
            <a:r>
              <a:rPr lang="en-US" altLang="zh-CN" dirty="0"/>
              <a:t>。</a:t>
            </a:r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/>
              <a:t>https://www.luogu.com.cn/problem/P1003</a:t>
            </a:r>
            <a:endParaRPr lang="zh-CN" altLang="en-US" sz="2800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400"/>
              <a:t>思路：</a:t>
            </a:r>
            <a:endParaRPr lang="zh-CN" altLang="en-US" sz="2400"/>
          </a:p>
          <a:p>
            <a:pPr marL="0" indent="0">
              <a:buNone/>
            </a:pPr>
            <a:endParaRPr lang="zh-CN" altLang="en-US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400" dirty="0"/>
              <a:t>1.</a:t>
            </a:r>
            <a:r>
              <a:rPr lang="zh-CN" altLang="en-US" sz="2400" dirty="0"/>
              <a:t>读题面，分析题意</a:t>
            </a:r>
            <a:endParaRPr lang="zh-CN" altLang="en-US" sz="2400" dirty="0"/>
          </a:p>
          <a:p>
            <a:pPr marL="0" indent="0">
              <a:buNone/>
            </a:pPr>
            <a:endParaRPr lang="zh-CN" altLang="en-US" sz="2400" dirty="0"/>
          </a:p>
          <a:p>
            <a:pPr marL="0" indent="0">
              <a:buNone/>
            </a:pPr>
            <a:r>
              <a:rPr lang="en-US" altLang="zh-CN" sz="2400" dirty="0"/>
              <a:t>2.</a:t>
            </a:r>
            <a:r>
              <a:rPr lang="zh-CN" altLang="en-US" sz="2400" dirty="0"/>
              <a:t>看示例（样例），分析样例</a:t>
            </a:r>
            <a:endParaRPr lang="zh-CN" altLang="en-US" sz="2400" dirty="0"/>
          </a:p>
          <a:p>
            <a:pPr marL="0" indent="0">
              <a:buNone/>
            </a:pPr>
            <a:endParaRPr lang="zh-CN" altLang="en-US" sz="2400" dirty="0"/>
          </a:p>
          <a:p>
            <a:pPr marL="0" indent="0">
              <a:buNone/>
            </a:pPr>
            <a:r>
              <a:rPr lang="en-US" altLang="zh-CN" sz="2400" dirty="0"/>
              <a:t>3.</a:t>
            </a:r>
            <a:r>
              <a:rPr lang="zh-CN" altLang="en-US" sz="2400" dirty="0"/>
              <a:t>看数据范围，确定时间复杂度（</a:t>
            </a:r>
            <a:r>
              <a:rPr lang="en-US" altLang="zh-CN" sz="2400" dirty="0"/>
              <a:t>1s=10^8)  </a:t>
            </a:r>
            <a:r>
              <a:rPr lang="zh-CN" altLang="en-US" sz="2400" dirty="0"/>
              <a:t>数据类型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4.</a:t>
            </a:r>
            <a:r>
              <a:rPr lang="zh-CN" altLang="en-US" sz="2400" dirty="0"/>
              <a:t>找思路，写代码，</a:t>
            </a:r>
            <a:r>
              <a:rPr lang="en-US" altLang="zh-CN" sz="2400" dirty="0"/>
              <a:t> </a:t>
            </a:r>
            <a:r>
              <a:rPr lang="zh-CN" altLang="en-US" sz="2400" dirty="0"/>
              <a:t>本地运行测试，提交</a:t>
            </a:r>
            <a:endParaRPr lang="zh-CN" altLang="en-US" sz="2400" dirty="0"/>
          </a:p>
          <a:p>
            <a:pPr marL="0" indent="0">
              <a:buNone/>
            </a:pPr>
            <a:endParaRPr lang="zh-CN" altLang="en-US" sz="24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48030" y="297180"/>
            <a:ext cx="9669145" cy="1028700"/>
          </a:xfrm>
        </p:spPr>
        <p:txBody>
          <a:bodyPr/>
          <a:lstStyle/>
          <a:p>
            <a:r>
              <a:rPr lang="zh-CN" altLang="en-US" sz="2800"/>
              <a:t>做题步骤：</a:t>
            </a:r>
            <a:endParaRPr lang="zh-CN" altLang="en-US"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/>
              <a:t>https://www.luogu.com.cn/problem/P1003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400" dirty="0"/>
              <a:t>思路：</a:t>
            </a:r>
            <a:r>
              <a:rPr lang="zh-CN" altLang="en-US" sz="2400" dirty="0">
                <a:solidFill>
                  <a:srgbClr val="FF0000"/>
                </a:solidFill>
              </a:rPr>
              <a:t>从后往前枚举地毯</a:t>
            </a:r>
            <a:r>
              <a:rPr lang="zh-CN" altLang="en-US" sz="2400" dirty="0"/>
              <a:t>（因为后覆盖的地毯在上面，而题目正好要求最上面的地毯），如果有一个地毯满足条件就直接输出，并退出。如果没有地毯满足条件，就输出-1。</a:t>
            </a:r>
            <a:endParaRPr lang="zh-CN" altLang="en-US" sz="2400" dirty="0"/>
          </a:p>
          <a:p>
            <a:pPr marL="0" indent="0">
              <a:buNone/>
            </a:pP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/>
              <a:t>满足的条件：点的坐标在地毯覆盖坐标范围内。</a:t>
            </a:r>
            <a:endParaRPr lang="zh-CN" altLang="en-US" sz="2400" dirty="0"/>
          </a:p>
          <a:p>
            <a:pPr marL="0" indent="0">
              <a:buNone/>
            </a:pPr>
            <a:endParaRPr lang="zh-CN" altLang="en-US" sz="2400" dirty="0"/>
          </a:p>
          <a:p>
            <a:pPr marL="0" indent="0">
              <a:buNone/>
            </a:pPr>
            <a:endParaRPr lang="zh-CN" alt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/>
              <a:t>https://leetcode.cn/problems/spiral-matrix-ii/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400"/>
              <a:t>思路：</a:t>
            </a:r>
            <a:endParaRPr lang="zh-CN" altLang="en-US" sz="2400"/>
          </a:p>
          <a:p>
            <a:pPr marL="0" indent="0">
              <a:buNone/>
            </a:pPr>
            <a:endParaRPr lang="zh-CN" altLang="en-US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/>
              <a:t>https://leetcode.cn/problems/spiral-matrix-ii/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dirty="0"/>
              <a:t>思路：</a:t>
            </a:r>
            <a:endParaRPr lang="zh-CN" altLang="en-US" sz="2000" dirty="0"/>
          </a:p>
          <a:p>
            <a:pPr marL="0" indent="0">
              <a:buNone/>
            </a:pPr>
            <a:r>
              <a:rPr lang="zh-CN" altLang="en-US" sz="2000" dirty="0"/>
              <a:t>生成一个 n×n 空矩阵 mat，随后模拟整个向内环绕的填入过程：</a:t>
            </a:r>
            <a:endParaRPr lang="zh-CN" altLang="en-US" sz="2000" dirty="0"/>
          </a:p>
          <a:p>
            <a:pPr marL="457200" lvl="1" indent="0"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定义当前左右上下边界 l,r,t,b，初始值 num = 1，迭代终止值 </a:t>
            </a:r>
            <a:r>
              <a:rPr lang="en-US" altLang="zh-CN" sz="2000" dirty="0">
                <a:solidFill>
                  <a:schemeClr val="tx1"/>
                </a:solidFill>
              </a:rPr>
              <a:t>num</a:t>
            </a:r>
            <a:r>
              <a:rPr lang="zh-CN" altLang="en-US" sz="2000" dirty="0">
                <a:solidFill>
                  <a:schemeClr val="tx1"/>
                </a:solidFill>
              </a:rPr>
              <a:t> =</a:t>
            </a:r>
            <a:r>
              <a:rPr lang="en-US" altLang="zh-CN" sz="2000" dirty="0">
                <a:solidFill>
                  <a:schemeClr val="tx1"/>
                </a:solidFill>
              </a:rPr>
              <a:t>=</a:t>
            </a:r>
            <a:r>
              <a:rPr lang="zh-CN" altLang="en-US" sz="2000" dirty="0">
                <a:solidFill>
                  <a:schemeClr val="tx1"/>
                </a:solidFill>
              </a:rPr>
              <a:t> n * n；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0" indent="457200">
              <a:buNone/>
            </a:pPr>
            <a:r>
              <a:rPr lang="zh-CN" altLang="en-US" sz="2000" dirty="0"/>
              <a:t>当 num &lt;= </a:t>
            </a:r>
            <a:r>
              <a:rPr lang="en-US" altLang="zh-CN" sz="2000" dirty="0"/>
              <a:t>n*n</a:t>
            </a:r>
            <a:r>
              <a:rPr lang="zh-CN" altLang="en-US" sz="2000" dirty="0"/>
              <a:t> 时，始终按照 从左到右 从上到下 从右到左 从下到上 填入顺序循环，每次</a:t>
            </a:r>
            <a:endParaRPr lang="zh-CN" altLang="en-US" sz="2000" dirty="0"/>
          </a:p>
          <a:p>
            <a:pPr marL="457200" lvl="1" indent="0">
              <a:buNone/>
            </a:pPr>
            <a:r>
              <a:rPr lang="zh-CN" altLang="en-US" sz="2000" dirty="0"/>
              <a:t>填入后：</a:t>
            </a:r>
            <a:endParaRPr lang="zh-CN" altLang="en-US" sz="2000" dirty="0"/>
          </a:p>
          <a:p>
            <a:pPr marL="914400" lvl="2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执行 num += 1：得到下一个需要填入的数字；</a:t>
            </a:r>
            <a:endParaRPr lang="zh-CN" altLang="en-US" dirty="0">
              <a:solidFill>
                <a:schemeClr val="tx1"/>
              </a:solidFill>
            </a:endParaRPr>
          </a:p>
          <a:p>
            <a:pPr marL="914400" lvl="2" indent="0">
              <a:buNone/>
            </a:pPr>
            <a:r>
              <a:rPr lang="zh-CN" altLang="en-US" sz="2000" dirty="0"/>
              <a:t>更新边界：例如从左到右填完后，上边界 t += 1，相当于上边界向内缩 1。</a:t>
            </a:r>
            <a:endParaRPr lang="zh-CN" altLang="en-US" sz="2000" dirty="0"/>
          </a:p>
          <a:p>
            <a:pPr marL="0" indent="0">
              <a:buNone/>
            </a:pPr>
            <a:r>
              <a:rPr lang="zh-CN" altLang="en-US" sz="2000" dirty="0"/>
              <a:t>最终返回 mat 。</a:t>
            </a:r>
            <a:endParaRPr lang="zh-CN" altLang="en-US" sz="2000" dirty="0"/>
          </a:p>
          <a:p>
            <a:pPr marL="0" indent="0">
              <a:buNone/>
            </a:pPr>
            <a:endParaRPr lang="zh-CN" altLang="en-US" sz="2400" dirty="0"/>
          </a:p>
          <a:p>
            <a:pPr marL="0" indent="0">
              <a:buNone/>
            </a:pPr>
            <a:endParaRPr lang="zh-CN" alt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/>
              <a:t>https://www.luogu.com.cn/problem/P1328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400"/>
              <a:t>思路：</a:t>
            </a:r>
            <a:endParaRPr lang="zh-CN" altLang="en-US" sz="2400"/>
          </a:p>
          <a:p>
            <a:pPr marL="0" indent="0">
              <a:buNone/>
            </a:pPr>
            <a:endParaRPr lang="zh-CN" altLang="en-US"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/>
              <a:t>https://www.luogu.com.cn/problem/P1328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400" dirty="0"/>
              <a:t>思路：我们可以将题目中的得分表补全，整理成一个整数型2维数组，我们在查看结果的时候只要将取这个数组的（a[i]，b[j]）便可以知道结果。</a:t>
            </a:r>
            <a:endParaRPr lang="zh-CN" altLang="en-US" sz="2400" dirty="0"/>
          </a:p>
          <a:p>
            <a:pPr marL="0" indent="0">
              <a:buNone/>
            </a:pP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/>
              <a:t>细节：出拳都是有周期性规律的，但周期长度不一定相等。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/>
              <a:t> </a:t>
            </a:r>
            <a:r>
              <a:rPr lang="en-US" altLang="zh-CN" sz="2400" dirty="0"/>
              <a:t>            </a:t>
            </a:r>
            <a:r>
              <a:rPr lang="zh-CN" altLang="en-US" sz="2400" dirty="0">
                <a:solidFill>
                  <a:srgbClr val="FF0000"/>
                </a:solidFill>
              </a:rPr>
              <a:t>取模循环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026150" y="4580255"/>
            <a:ext cx="2558415" cy="92837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61415" y="4116070"/>
            <a:ext cx="2276475" cy="2209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400"/>
              <a:t>洛谷</a:t>
            </a:r>
            <a:r>
              <a:rPr lang="en-US" altLang="zh-CN" sz="2400"/>
              <a:t>：</a:t>
            </a:r>
            <a:endParaRPr lang="en-US" altLang="zh-CN" sz="2400"/>
          </a:p>
          <a:p>
            <a:pPr marL="0" indent="0">
              <a:buNone/>
            </a:pPr>
            <a:r>
              <a:rPr lang="en-US" altLang="zh-CN" sz="2400"/>
              <a:t>P1387</a:t>
            </a:r>
            <a:endParaRPr lang="en-US" altLang="zh-CN" sz="2400"/>
          </a:p>
          <a:p>
            <a:pPr marL="0" indent="0">
              <a:buNone/>
            </a:pPr>
            <a:r>
              <a:rPr lang="en-US" altLang="zh-CN" sz="2400"/>
              <a:t>P3397</a:t>
            </a:r>
            <a:endParaRPr lang="en-US" altLang="zh-CN" sz="24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COMMONDATA" val="eyJoZGlkIjoiMjNhN2QzNzIxYTMxZDA2OTMyYTljMDA5MmRhYmMwNjcifQ=="/>
  <p:tag name="KSO_WPP_MARK_KEY" val="6ca02494-1b62-4187-9491-cd1d8f9b25b4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1498</Words>
  <Application>WPS 演示</Application>
  <PresentationFormat>宽屏</PresentationFormat>
  <Paragraphs>102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汉仪旗黑</vt:lpstr>
      <vt:lpstr>Calibri</vt:lpstr>
      <vt:lpstr>Helvetica Neue</vt:lpstr>
      <vt:lpstr>微软雅黑</vt:lpstr>
      <vt:lpstr>宋体</vt:lpstr>
      <vt:lpstr>Arial Unicode MS</vt:lpstr>
      <vt:lpstr>汉仪书宋二KW</vt:lpstr>
      <vt:lpstr>Office 主题</vt:lpstr>
      <vt:lpstr>PowerPoint 演示文稿</vt:lpstr>
      <vt:lpstr>PowerPoint 演示文稿</vt:lpstr>
      <vt:lpstr>PowerPoint 演示文稿</vt:lpstr>
      <vt:lpstr>https://www.luogu.com.cn/problem/P1003</vt:lpstr>
      <vt:lpstr>做题步骤：</vt:lpstr>
      <vt:lpstr>https://www.luogu.com.cn/problem/P1003</vt:lpstr>
      <vt:lpstr>https://leetcode.cn/problems/spiral-matrix-ii/</vt:lpstr>
      <vt:lpstr>https://leetcode.cn/problems/spiral-matrix-ii/</vt:lpstr>
      <vt:lpstr>https://www.luogu.com.cn/problem/P1328</vt:lpstr>
      <vt:lpstr>https://www.luogu.com.cn/problem/P1328</vt:lpstr>
      <vt:lpstr>https://www.luogu.com.cn/problem/P1328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喵~</cp:lastModifiedBy>
  <cp:revision>17</cp:revision>
  <dcterms:created xsi:type="dcterms:W3CDTF">2025-02-13T14:02:53Z</dcterms:created>
  <dcterms:modified xsi:type="dcterms:W3CDTF">2025-02-13T14:02:53Z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C36AA1C9293F48A6A06D4C2C9DCF23E1_12</vt:lpwstr>
  </property>
  <property fmtid="{D5CDD505-2E9C-101B-9397-08002B2CF9AE}" pid="3" name="KSOProductBuildVer">
    <vt:lpwstr>2052-6.15.2.8936</vt:lpwstr>
  </property>
</Properties>
</file>