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59" r:id="rId4"/>
    <p:sldId id="260" r:id="rId5"/>
    <p:sldId id="262" r:id="rId6"/>
    <p:sldId id="273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2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1062355" y="953135"/>
            <a:ext cx="10206355" cy="5227955"/>
          </a:xfrm>
          <a:ln>
            <a:prstDash val="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80000"/>
          </a:bodyPr>
          <a:p>
            <a:pPr marL="0" indent="0">
              <a:lnSpc>
                <a:spcPct val="200000"/>
              </a:lnSpc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二分查找的应用（二分答案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---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猜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答案）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假定一个解判断是否可行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最值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最小化最大值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最大化最小值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。。。。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407670"/>
            <a:ext cx="810069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https://www.luogu.com.cn/problem/P2678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407670"/>
            <a:ext cx="810069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https://www.luogu.com.cn/problem/P2678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8827770" cy="4999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  <a:p>
            <a:r>
              <a:rPr lang="zh-CN" altLang="en-US"/>
              <a:t>我们二分</a:t>
            </a:r>
            <a:r>
              <a:rPr lang="zh-CN" altLang="en-US">
                <a:solidFill>
                  <a:srgbClr val="FF0000"/>
                </a:solidFill>
              </a:rPr>
              <a:t>跳跃距离</a:t>
            </a:r>
            <a:r>
              <a:rPr lang="zh-CN" altLang="en-US"/>
              <a:t>，然后把这个跳跃距离“认为”是最短的跳跃距离，然后去以这个距离为标准移石头。使用一个judge判断这个解是不是可行解。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judge怎么实现呢？judge函数每个题有每个题的写法，但大体上的思想应该都是一样的——想办法检测这个解是不是合法。拿这个题来说，我们去判断如果以这个距离为最短跳跃距离需要移走多少块石头，先不必考虑限制移走多少块，等全部拿完再把拿走的数量和限制进行比对，如果超出限制，那么这就是一个非法解，反之就是一个合法解，很好理解吧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特殊</a:t>
            </a:r>
            <a:r>
              <a:rPr lang="zh-CN" altLang="en-US"/>
              <a:t>数据</a:t>
            </a:r>
            <a:endParaRPr lang="zh-CN" altLang="en-US"/>
          </a:p>
          <a:p>
            <a:r>
              <a:rPr lang="en-US" altLang="zh-CN"/>
              <a:t>8 3 1</a:t>
            </a:r>
            <a:endParaRPr lang="en-US" altLang="zh-CN"/>
          </a:p>
          <a:p>
            <a:r>
              <a:rPr lang="en-US" altLang="zh-CN"/>
              <a:t>2</a:t>
            </a:r>
            <a:endParaRPr lang="en-US" altLang="zh-CN"/>
          </a:p>
          <a:p>
            <a:r>
              <a:rPr lang="en-US" altLang="zh-CN"/>
              <a:t>4</a:t>
            </a:r>
            <a:endParaRPr lang="en-US" altLang="zh-CN"/>
          </a:p>
          <a:p>
            <a:r>
              <a:rPr lang="en-US" altLang="zh-CN"/>
              <a:t>7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答案</a:t>
            </a:r>
            <a:r>
              <a:rPr lang="en-US" altLang="zh-CN"/>
              <a:t> 2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330960" y="1064260"/>
            <a:ext cx="9530715" cy="4465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二分</a:t>
            </a:r>
            <a:r>
              <a:rPr lang="en-US" altLang="zh-CN"/>
              <a:t>：</a:t>
            </a:r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求最值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最大化最小值</a:t>
            </a:r>
            <a:r>
              <a:rPr lang="en-US" altLang="zh-CN"/>
              <a:t>/</a:t>
            </a:r>
            <a:r>
              <a:rPr lang="zh-CN" altLang="en-US"/>
              <a:t>最小化最大值</a:t>
            </a:r>
            <a:r>
              <a:rPr lang="en-US" altLang="zh-CN"/>
              <a:t>～～～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用于枚举优化</a:t>
            </a:r>
            <a:r>
              <a:rPr lang="en-US" altLang="zh-CN"/>
              <a:t>---》logn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二分的代码注意细节的配合避免死循环</a:t>
            </a:r>
            <a:r>
              <a:rPr lang="en-US" altLang="zh-CN"/>
              <a:t>：</a:t>
            </a:r>
            <a:endParaRPr lang="en-US" altLang="zh-CN"/>
          </a:p>
          <a:p>
            <a:r>
              <a:rPr lang="en-US" altLang="zh-CN"/>
              <a:t>        </a:t>
            </a:r>
            <a:r>
              <a:rPr lang="zh-CN" altLang="en-US"/>
              <a:t>手推</a:t>
            </a:r>
            <a:r>
              <a:rPr lang="zh-CN" altLang="en-US"/>
              <a:t>代码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21105" y="1301750"/>
            <a:ext cx="9382125" cy="4819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下节课课上例题</a:t>
            </a:r>
            <a:r>
              <a:rPr lang="en-US" altLang="zh-CN"/>
              <a:t>：</a:t>
            </a:r>
            <a:r>
              <a:rPr lang="zh-CN" altLang="en-US"/>
              <a:t>素数</a:t>
            </a:r>
            <a:r>
              <a:rPr lang="en-US" altLang="zh-CN"/>
              <a:t>  </a:t>
            </a:r>
            <a:r>
              <a:rPr lang="zh-CN" altLang="en-US"/>
              <a:t>质数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无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MjNhN2QzNzIxYTMxZDA2OTMyYTljMDA5MmRhYmMwNjcifQ=="/>
  <p:tag name="KSO_WPP_MARK_KEY" val="e10f3df0-7aec-4e10-8375-7e7a43a1380f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</Words>
  <Application>WPS 表格</Application>
  <PresentationFormat>宽屏</PresentationFormat>
  <Paragraphs>42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15</cp:revision>
  <dcterms:created xsi:type="dcterms:W3CDTF">2025-02-25T13:34:21Z</dcterms:created>
  <dcterms:modified xsi:type="dcterms:W3CDTF">2025-02-25T13:34:21Z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66C4BA6E48614F6CB73ADF4382AFE09F_12</vt:lpwstr>
  </property>
  <property fmtid="{D5CDD505-2E9C-101B-9397-08002B2CF9AE}" pid="3" name="KSOProductBuildVer">
    <vt:lpwstr>2052-6.15.2.8936</vt:lpwstr>
  </property>
</Properties>
</file>