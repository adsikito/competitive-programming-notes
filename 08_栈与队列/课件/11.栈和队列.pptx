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60" r:id="rId6"/>
    <p:sldId id="261" r:id="rId7"/>
    <p:sldId id="268" r:id="rId8"/>
    <p:sldId id="269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86915" y="1250315"/>
            <a:ext cx="8882380" cy="2783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队列多用于辅助，很少有单独的题目。例如图的</a:t>
            </a:r>
            <a:r>
              <a:rPr lang="en-US" altLang="zh-CN"/>
              <a:t>BFS</a:t>
            </a:r>
            <a:r>
              <a:rPr lang="zh-CN" altLang="en-US"/>
              <a:t>，需要队列辅助</a:t>
            </a:r>
            <a:r>
              <a:rPr lang="zh-CN" altLang="en-US"/>
              <a:t>实现。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重点是栈的应用及题目。先进后出</a:t>
            </a:r>
            <a:r>
              <a:rPr lang="en-US" altLang="zh-CN"/>
              <a:t>  ---</a:t>
            </a:r>
            <a:r>
              <a:rPr lang="zh-CN" altLang="en-US"/>
              <a:t>括号匹配</a:t>
            </a:r>
            <a:r>
              <a:rPr lang="zh-CN" altLang="en-US"/>
              <a:t>类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注意：做题时，多数使用数组直接模拟栈</a:t>
            </a:r>
            <a:r>
              <a:rPr lang="en-US" altLang="zh-CN"/>
              <a:t>(</a:t>
            </a:r>
            <a:r>
              <a:rPr lang="zh-CN" altLang="en-US"/>
              <a:t>对列</a:t>
            </a:r>
            <a:r>
              <a:rPr lang="en-US" altLang="zh-CN"/>
              <a:t>) </a:t>
            </a:r>
            <a:r>
              <a:rPr lang="zh-CN" altLang="en-US"/>
              <a:t>或者</a:t>
            </a:r>
            <a:r>
              <a:rPr lang="en-US" altLang="zh-CN"/>
              <a:t> </a:t>
            </a:r>
            <a:r>
              <a:rPr lang="zh-CN" altLang="en-US"/>
              <a:t>直接用</a:t>
            </a:r>
            <a:r>
              <a:rPr lang="en-US" altLang="zh-CN"/>
              <a:t>C++ STL</a:t>
            </a:r>
            <a:r>
              <a:rPr lang="zh-CN" altLang="en-US"/>
              <a:t>中的</a:t>
            </a:r>
            <a:r>
              <a:rPr lang="en-US" altLang="zh-CN"/>
              <a:t>stack</a:t>
            </a:r>
            <a:r>
              <a:rPr lang="zh-CN" altLang="en-US"/>
              <a:t>（</a:t>
            </a:r>
            <a:r>
              <a:rPr lang="en-US" altLang="zh-CN"/>
              <a:t>queue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en-US" altLang="zh-CN"/>
              <a:t>                </a:t>
            </a:r>
            <a:endParaRPr lang="en-US" altLang="zh-CN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https://www.luogu.com.cn/problem/P4387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https://www.luogu.com.cn/problem/P4387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87780" y="1301750"/>
            <a:ext cx="8776970" cy="5360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思路：用栈模拟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按入栈顺序入栈，如果栈顶元素与出栈序列的</a:t>
            </a:r>
            <a:r>
              <a:rPr lang="zh-CN" altLang="en-US"/>
              <a:t>元素相同，就将其弹出。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首先将入栈序列的第i个元素压到“stack”中，（</a:t>
            </a:r>
            <a:r>
              <a:rPr lang="en-US" altLang="zh-CN"/>
              <a:t>i,j</a:t>
            </a:r>
            <a:r>
              <a:rPr lang="zh-CN" altLang="en-US"/>
              <a:t>分别是入栈序列和出栈序列的</a:t>
            </a:r>
            <a:r>
              <a:rPr lang="zh-CN" altLang="en-US"/>
              <a:t>下标）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判断（注意用while判断，因为可能连续弹出）“stack”中的栈顶元素是否和出栈序列中的第j个元素一致（栈为空就不用判断了）如果一致则弹出栈顶元素，j++；如果不一致则继续压入入栈序列中的第i+1个元素。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继续判断栈顶元素是否和出栈序列中的第j个元素一致，直到i到达入栈序列的末尾。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最后如果“stack”为空或指针j到达出栈序列的末尾就输出Yes，否则输出No</a:t>
            </a:r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https://leetcode.cn/problems/asteroid-collision/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641840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5880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https://leetcode.cn/problems/asteroid-collision/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58265"/>
            <a:ext cx="9641840" cy="497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zh-CN" altLang="en-US">
                <a:sym typeface="+mn-ea"/>
              </a:rPr>
              <a:t>用栈模拟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以下</a:t>
            </a:r>
            <a:r>
              <a:rPr lang="zh-CN" altLang="en-US"/>
              <a:t>情况不会发生碰撞，可把当前行星压</a:t>
            </a:r>
            <a:r>
              <a:rPr lang="zh-CN" altLang="en-US">
                <a:solidFill>
                  <a:srgbClr val="FF0000"/>
                </a:solidFill>
              </a:rPr>
              <a:t>入栈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            1.栈为空，不管当前行星是正是负(往左还是往右)都要压入栈；</a:t>
            </a:r>
            <a:endParaRPr lang="zh-CN" altLang="en-US"/>
          </a:p>
          <a:p>
            <a:r>
              <a:rPr lang="zh-CN" altLang="en-US"/>
              <a:t>            2.当前行星和栈顶行星同号说明同向移动不会碰撞；</a:t>
            </a:r>
            <a:endParaRPr lang="zh-CN" altLang="en-US"/>
          </a:p>
          <a:p>
            <a:r>
              <a:rPr lang="zh-CN" altLang="en-US"/>
              <a:t>            3.当前行星往右移动，栈顶行星向左移动也不会碰撞；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只有一种情况会发生碰撞，需要</a:t>
            </a:r>
            <a:r>
              <a:rPr lang="zh-CN" altLang="en-US">
                <a:solidFill>
                  <a:srgbClr val="FF0000"/>
                </a:solidFill>
              </a:rPr>
              <a:t>出栈</a:t>
            </a:r>
            <a:r>
              <a:rPr lang="zh-CN" altLang="en-US"/>
              <a:t>：当前行星往左，栈顶行星往右，做</a:t>
            </a:r>
            <a:r>
              <a:rPr lang="zh-CN" altLang="en-US"/>
              <a:t>判断：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1.</a:t>
            </a:r>
            <a:r>
              <a:rPr lang="zh-CN" altLang="en-US"/>
              <a:t>栈顶元素大于abs(当前元素)，当前元素被撞毁；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.</a:t>
            </a:r>
            <a:r>
              <a:rPr lang="zh-CN" altLang="en-US"/>
              <a:t>栈顶元素等于abs(当前元素)，栈顶弹出和当前元素抵消；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.</a:t>
            </a:r>
            <a:r>
              <a:rPr lang="zh-CN" altLang="en-US"/>
              <a:t>栈顶元素小于abs(当前元素)，栈顶弹出，并与新栈顶</a:t>
            </a:r>
            <a:r>
              <a:rPr lang="zh-CN" altLang="en-US"/>
              <a:t>继续完成上述判断；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最终返回栈即可。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26515" y="808990"/>
            <a:ext cx="9923780" cy="4957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单调栈</a:t>
            </a:r>
            <a:r>
              <a:rPr lang="zh-CN" altLang="en-US">
                <a:sym typeface="+mn-ea"/>
              </a:rPr>
              <a:t>：栈中的元素是严格单调递增或者递减的，也就是说：从栈底到栈顶，元素的值逐渐增大或者减小。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下节课详细讲解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单调队列</a:t>
            </a:r>
            <a:r>
              <a:rPr lang="zh-CN" altLang="en-US"/>
              <a:t>：概念和单调栈类似。应用很少，多用于对一些算法的优化（动态规划等）</a:t>
            </a:r>
            <a:r>
              <a:rPr lang="en-US" altLang="zh-CN"/>
              <a:t>，</a:t>
            </a:r>
            <a:r>
              <a:rPr lang="zh-CN" altLang="en-US"/>
              <a:t>不再赘述。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优先队列</a:t>
            </a:r>
            <a:r>
              <a:rPr lang="zh-CN" altLang="en-US">
                <a:sym typeface="+mn-ea"/>
              </a:rPr>
              <a:t>：普通的队列是一种先进先出的数据结构，元素在队列尾追加，而从队列头删除。在优先队列中，元素被赋予优先级。当访问元素时，具有最高优先级的元素最先删除。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优先队列具有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最高级先出</a:t>
            </a:r>
            <a:r>
              <a:rPr lang="zh-CN" altLang="en-US">
                <a:sym typeface="+mn-ea"/>
              </a:rPr>
              <a:t>的特征。基于堆（大顶堆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小顶堆）实现。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编程中多使用</a:t>
            </a:r>
            <a:r>
              <a:rPr lang="en-US" altLang="zh-CN">
                <a:sym typeface="+mn-ea"/>
              </a:rPr>
              <a:t>C++</a:t>
            </a:r>
            <a:r>
              <a:rPr lang="zh-CN" altLang="en-US">
                <a:sym typeface="+mn-ea"/>
              </a:rPr>
              <a:t>容器：</a:t>
            </a:r>
            <a:endParaRPr lang="zh-CN" altLang="en-US"/>
          </a:p>
          <a:p>
            <a:r>
              <a:rPr lang="zh-CN" altLang="en-US">
                <a:sym typeface="+mn-ea"/>
              </a:rPr>
              <a:t>#include &lt;queue&gt;</a:t>
            </a:r>
            <a:endParaRPr lang="zh-CN" altLang="en-US"/>
          </a:p>
          <a:p>
            <a:r>
              <a:rPr lang="zh-CN" altLang="en-US">
                <a:sym typeface="+mn-ea"/>
              </a:rPr>
              <a:t>priority_queue&lt;int&gt; pq;</a:t>
            </a:r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大顶堆</a:t>
            </a:r>
            <a:endParaRPr lang="zh-CN" altLang="en-US"/>
          </a:p>
          <a:p>
            <a:r>
              <a:rPr lang="zh-CN" altLang="en-US">
                <a:sym typeface="+mn-ea"/>
              </a:rPr>
              <a:t>priority_queue&lt;int, vector&lt;int&gt;, greater&lt;int&gt; &gt; p;</a:t>
            </a:r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小顶堆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7778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42</a:t>
            </a:r>
            <a:endParaRPr lang="en-US" altLang="zh-CN"/>
          </a:p>
          <a:p>
            <a:r>
              <a:rPr lang="zh-CN" altLang="en-US"/>
              <a:t>洛谷</a:t>
            </a:r>
            <a:r>
              <a:rPr lang="en-US" altLang="zh-CN"/>
              <a:t> P5788</a:t>
            </a:r>
            <a:endParaRPr lang="en-US" altLang="zh-CN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NhN2QzNzIxYTMxZDA2OTMyYTljMDA5MmRhYmMwNjcifQ=="/>
  <p:tag name="KSO_WPP_MARK_KEY" val="765d72bc-080b-4bc4-bb0a-fa87ea8497e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1221</Words>
  <Application>WPS 演示</Application>
  <PresentationFormat>宽屏</PresentationFormat>
  <Paragraphs>65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Apple Color Emoji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18</cp:revision>
  <dcterms:created xsi:type="dcterms:W3CDTF">2025-03-18T13:46:10Z</dcterms:created>
  <dcterms:modified xsi:type="dcterms:W3CDTF">2025-03-18T13:46:10Z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A9631B755C79430E831B8D2A6EB9E765_12</vt:lpwstr>
  </property>
  <property fmtid="{D5CDD505-2E9C-101B-9397-08002B2CF9AE}" pid="3" name="KSOProductBuildVer">
    <vt:lpwstr>2052-6.15.2.8936</vt:lpwstr>
  </property>
</Properties>
</file>