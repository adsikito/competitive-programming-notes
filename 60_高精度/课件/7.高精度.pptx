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6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88CA32-DFE3-4ECA-8701-41547451F45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F4695B7-C791-49D5-9570-9E0FF3D297A8}">
      <dgm:prSet phldrT="[文本]" custT="1"/>
      <dgm:spPr/>
      <dgm:t>
        <a:bodyPr/>
        <a:lstStyle/>
        <a:p>
          <a:pPr algn="l"/>
          <a:r>
            <a:rPr lang="zh-CN" altLang="en-US" sz="1600" dirty="0" smtClean="0">
              <a:latin typeface="微软雅黑" panose="020B0503020204020204" charset="-122"/>
              <a:ea typeface="微软雅黑" panose="020B0503020204020204" charset="-122"/>
            </a:rPr>
            <a:t>一般是用数组模拟大数的运算</a:t>
          </a:r>
          <a:endParaRPr lang="zh-CN" altLang="en-US" sz="1600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BCD95237-8CE3-4B68-A8DF-50ED453CC422}" cxnId="{3049BA4A-0B23-47BF-BEFD-9565B19A0082}" type="parTrans">
      <dgm:prSet/>
      <dgm:spPr/>
      <dgm:t>
        <a:bodyPr/>
        <a:lstStyle/>
        <a:p>
          <a:pPr algn="l"/>
          <a:endParaRPr lang="zh-CN" altLang="en-US" sz="1600">
            <a:latin typeface="微软雅黑" panose="020B0503020204020204" charset="-122"/>
            <a:ea typeface="微软雅黑" panose="020B0503020204020204" charset="-122"/>
          </a:endParaRPr>
        </a:p>
      </dgm:t>
    </dgm:pt>
    <dgm:pt modelId="{544DE9B8-7403-4C0F-BD62-C97F1A25EE91}" cxnId="{3049BA4A-0B23-47BF-BEFD-9565B19A0082}" type="sibTrans">
      <dgm:prSet custT="1"/>
      <dgm:spPr/>
      <dgm:t>
        <a:bodyPr/>
        <a:lstStyle/>
        <a:p>
          <a:pPr algn="l"/>
          <a:endParaRPr lang="zh-CN" altLang="en-US" sz="1600">
            <a:latin typeface="微软雅黑" panose="020B0503020204020204" charset="-122"/>
            <a:ea typeface="微软雅黑" panose="020B0503020204020204" charset="-122"/>
          </a:endParaRPr>
        </a:p>
      </dgm:t>
    </dgm:pt>
    <dgm:pt modelId="{63DB1878-5DA7-43FF-814A-7214DADFBD2C}">
      <dgm:prSet phldrT="[文本]"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dirty="0" smtClean="0">
              <a:latin typeface="微软雅黑" panose="020B0503020204020204" charset="-122"/>
              <a:ea typeface="微软雅黑" panose="020B0503020204020204" charset="-122"/>
            </a:rPr>
            <a:t>开一个比较大的整型数组</a:t>
          </a:r>
          <a:r>
            <a:rPr lang="zh-CN" altLang="en-US" sz="1600" dirty="0">
              <a:latin typeface="微软雅黑" panose="020B0503020204020204" charset="-122"/>
              <a:ea typeface="微软雅黑" panose="020B0503020204020204" charset="-122"/>
            </a:rPr>
            <a:t/>
          </a:r>
          <a:endParaRPr lang="zh-CN" altLang="en-US" sz="1600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C8D03312-2AB7-4C39-A386-8B8ABB94C082}" cxnId="{1DF10A48-0827-4C33-BCAE-EEAF7E988881}" type="parTrans">
      <dgm:prSet/>
      <dgm:spPr/>
      <dgm:t>
        <a:bodyPr/>
        <a:lstStyle/>
        <a:p>
          <a:pPr algn="l"/>
          <a:endParaRPr lang="zh-CN" altLang="en-US" sz="1600">
            <a:latin typeface="微软雅黑" panose="020B0503020204020204" charset="-122"/>
            <a:ea typeface="微软雅黑" panose="020B0503020204020204" charset="-122"/>
          </a:endParaRPr>
        </a:p>
      </dgm:t>
    </dgm:pt>
    <dgm:pt modelId="{46EFB64C-B4BA-4116-9AFC-335818015CB8}" cxnId="{1DF10A48-0827-4C33-BCAE-EEAF7E988881}" type="sibTrans">
      <dgm:prSet custT="1"/>
      <dgm:spPr/>
      <dgm:t>
        <a:bodyPr/>
        <a:lstStyle/>
        <a:p>
          <a:pPr algn="l"/>
          <a:endParaRPr lang="zh-CN" altLang="en-US" sz="1600">
            <a:latin typeface="微软雅黑" panose="020B0503020204020204" charset="-122"/>
            <a:ea typeface="微软雅黑" panose="020B0503020204020204" charset="-122"/>
          </a:endParaRPr>
        </a:p>
      </dgm:t>
    </dgm:pt>
    <dgm:pt modelId="{A2A7C0F2-6588-4A3D-87D7-C7D81246EF6F}">
      <dgm:prSet custT="1"/>
      <dgm:spPr/>
      <dgm:t>
        <a:bodyPr/>
        <a:lstStyle/>
        <a:p>
          <a:pPr algn="l"/>
          <a:r>
            <a:rPr lang="zh-CN" altLang="en-US" sz="1600" dirty="0" smtClean="0">
              <a:latin typeface="微软雅黑" panose="020B0503020204020204" charset="-122"/>
              <a:ea typeface="微软雅黑" panose="020B0503020204020204" charset="-122"/>
            </a:rPr>
            <a:t>数组的元素代表大数的某一位</a:t>
          </a:r>
          <a:endParaRPr lang="zh-CN" altLang="en-US" sz="1600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1FAB7FC4-42F8-4EBB-96C5-03ED13B6D47F}" cxnId="{AB935B7F-BDD6-4EDB-913C-35E65CF72BB3}" type="parTrans">
      <dgm:prSet/>
      <dgm:spPr/>
      <dgm:t>
        <a:bodyPr/>
        <a:lstStyle/>
        <a:p>
          <a:pPr algn="l"/>
          <a:endParaRPr lang="zh-CN" altLang="en-US" sz="1600">
            <a:latin typeface="微软雅黑" panose="020B0503020204020204" charset="-122"/>
            <a:ea typeface="微软雅黑" panose="020B0503020204020204" charset="-122"/>
          </a:endParaRPr>
        </a:p>
      </dgm:t>
    </dgm:pt>
    <dgm:pt modelId="{439E26AB-94CF-4FDF-AFA8-AC1A326CD4B1}" cxnId="{AB935B7F-BDD6-4EDB-913C-35E65CF72BB3}" type="sibTrans">
      <dgm:prSet custT="1"/>
      <dgm:spPr/>
      <dgm:t>
        <a:bodyPr/>
        <a:lstStyle/>
        <a:p>
          <a:pPr algn="l"/>
          <a:endParaRPr lang="zh-CN" altLang="en-US" sz="1600">
            <a:latin typeface="微软雅黑" panose="020B0503020204020204" charset="-122"/>
            <a:ea typeface="微软雅黑" panose="020B0503020204020204" charset="-122"/>
          </a:endParaRPr>
        </a:p>
      </dgm:t>
    </dgm:pt>
    <dgm:pt modelId="{EE227E63-6555-40DB-80D6-73A3F19D4E98}">
      <dgm:prSet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dirty="0" smtClean="0">
              <a:latin typeface="微软雅黑" panose="020B0503020204020204" charset="-122"/>
              <a:ea typeface="微软雅黑" panose="020B0503020204020204" charset="-122"/>
              <a:sym typeface="+mn-ea"/>
            </a:rPr>
            <a:t>通过数组元素的运算模拟大数的运算</a:t>
          </a:r>
          <a:r>
            <a:rPr lang="zh-CN" altLang="en-US" sz="1600" dirty="0">
              <a:latin typeface="微软雅黑" panose="020B0503020204020204" charset="-122"/>
              <a:ea typeface="微软雅黑" panose="020B0503020204020204" charset="-122"/>
            </a:rPr>
            <a:t/>
          </a:r>
          <a:endParaRPr lang="zh-CN" altLang="en-US" sz="1600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71710DED-1CA7-4925-B580-A99AA508A988}" cxnId="{D66829BA-8803-4F78-91A6-5727C1443581}" type="parTrans">
      <dgm:prSet/>
      <dgm:spPr/>
      <dgm:t>
        <a:bodyPr/>
        <a:lstStyle/>
        <a:p>
          <a:pPr algn="l"/>
          <a:endParaRPr lang="zh-CN" altLang="en-US" sz="1600">
            <a:latin typeface="微软雅黑" panose="020B0503020204020204" charset="-122"/>
            <a:ea typeface="微软雅黑" panose="020B0503020204020204" charset="-122"/>
          </a:endParaRPr>
        </a:p>
      </dgm:t>
    </dgm:pt>
    <dgm:pt modelId="{23AA6681-8E12-46F2-96D2-8F81C89DD372}" cxnId="{D66829BA-8803-4F78-91A6-5727C1443581}" type="sibTrans">
      <dgm:prSet custT="1"/>
      <dgm:spPr/>
      <dgm:t>
        <a:bodyPr/>
        <a:lstStyle/>
        <a:p>
          <a:pPr algn="l"/>
          <a:endParaRPr lang="zh-CN" altLang="en-US" sz="1600">
            <a:latin typeface="微软雅黑" panose="020B0503020204020204" charset="-122"/>
            <a:ea typeface="微软雅黑" panose="020B0503020204020204" charset="-122"/>
          </a:endParaRPr>
        </a:p>
      </dgm:t>
    </dgm:pt>
    <dgm:pt modelId="{D8075C1F-1DCA-48D5-9263-70A291B96EC0}">
      <dgm:prSet phldrT="[文本]"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dirty="0" smtClean="0">
              <a:latin typeface="微软雅黑" panose="020B0503020204020204" charset="-122"/>
              <a:ea typeface="微软雅黑" panose="020B0503020204020204" charset="-122"/>
              <a:sym typeface="+mn-ea"/>
            </a:rPr>
            <a:t>最后将代表大数的数组输出</a:t>
          </a:r>
          <a:r>
            <a:rPr lang="zh-CN" altLang="en-US" sz="1600" dirty="0">
              <a:latin typeface="微软雅黑" panose="020B0503020204020204" charset="-122"/>
              <a:ea typeface="微软雅黑" panose="020B0503020204020204" charset="-122"/>
            </a:rPr>
            <a:t/>
          </a:r>
          <a:endParaRPr lang="zh-CN" altLang="en-US" sz="1600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85435822-B4A4-44D4-8010-73711B47A47B}" cxnId="{9AF78A88-AD31-4ECA-A899-9043E98B7A50}" type="parTrans">
      <dgm:prSet/>
      <dgm:spPr/>
      <dgm:t>
        <a:bodyPr/>
        <a:lstStyle/>
        <a:p>
          <a:pPr algn="l"/>
          <a:endParaRPr lang="zh-CN" altLang="en-US" sz="1600">
            <a:latin typeface="微软雅黑" panose="020B0503020204020204" charset="-122"/>
            <a:ea typeface="微软雅黑" panose="020B0503020204020204" charset="-122"/>
          </a:endParaRPr>
        </a:p>
      </dgm:t>
    </dgm:pt>
    <dgm:pt modelId="{AD384BF3-B710-491D-B63C-D48156A2467D}" cxnId="{9AF78A88-AD31-4ECA-A899-9043E98B7A50}" type="sibTrans">
      <dgm:prSet/>
      <dgm:spPr/>
      <dgm:t>
        <a:bodyPr/>
        <a:lstStyle/>
        <a:p>
          <a:pPr algn="l"/>
          <a:endParaRPr lang="zh-CN" altLang="en-US" sz="1600">
            <a:latin typeface="微软雅黑" panose="020B0503020204020204" charset="-122"/>
            <a:ea typeface="微软雅黑" panose="020B0503020204020204" charset="-122"/>
          </a:endParaRPr>
        </a:p>
      </dgm:t>
    </dgm:pt>
    <dgm:pt modelId="{701EFFED-4602-48B0-9248-459B2A1C95D1}" type="pres">
      <dgm:prSet presAssocID="{5C88CA32-DFE3-4ECA-8701-41547451F455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048BA4A-4A6B-4DB5-8458-3B2B3A96E190}" type="pres">
      <dgm:prSet presAssocID="{8F4695B7-C791-49D5-9570-9E0FF3D297A8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A11AFE3-9A5E-49CE-B6B9-3DD0B0B18CAF}" type="pres">
      <dgm:prSet presAssocID="{544DE9B8-7403-4C0F-BD62-C97F1A25EE91}" presName="sibTrans" presStyleLbl="sibTrans2D1" presStyleIdx="0" presStyleCnt="4"/>
      <dgm:spPr/>
      <dgm:t>
        <a:bodyPr/>
        <a:lstStyle/>
        <a:p>
          <a:endParaRPr lang="zh-CN" altLang="en-US"/>
        </a:p>
      </dgm:t>
    </dgm:pt>
    <dgm:pt modelId="{35E88806-5E6A-487B-A72E-A6531C0C8701}" type="pres">
      <dgm:prSet presAssocID="{544DE9B8-7403-4C0F-BD62-C97F1A25EE91}" presName="connectorText" presStyleCnt="0"/>
      <dgm:spPr/>
      <dgm:t>
        <a:bodyPr/>
        <a:lstStyle/>
        <a:p>
          <a:endParaRPr lang="zh-CN" altLang="en-US"/>
        </a:p>
      </dgm:t>
    </dgm:pt>
    <dgm:pt modelId="{3F4230BF-C95C-4636-81C3-C10B04E8837A}" type="pres">
      <dgm:prSet presAssocID="{63DB1878-5DA7-43FF-814A-7214DADFBD2C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91CDC53-D12C-4F05-9B4F-C5F33873BFA2}" type="pres">
      <dgm:prSet presAssocID="{46EFB64C-B4BA-4116-9AFC-335818015CB8}" presName="sibTrans" presStyleLbl="sibTrans2D1" presStyleIdx="1" presStyleCnt="4"/>
      <dgm:spPr/>
      <dgm:t>
        <a:bodyPr/>
        <a:lstStyle/>
        <a:p>
          <a:endParaRPr lang="zh-CN" altLang="en-US"/>
        </a:p>
      </dgm:t>
    </dgm:pt>
    <dgm:pt modelId="{B5ABA14A-FC69-4BD7-97C6-B3557F27FE6B}" type="pres">
      <dgm:prSet presAssocID="{46EFB64C-B4BA-4116-9AFC-335818015CB8}" presName="connectorText" presStyleCnt="0"/>
      <dgm:spPr/>
      <dgm:t>
        <a:bodyPr/>
        <a:lstStyle/>
        <a:p>
          <a:endParaRPr lang="zh-CN" altLang="en-US"/>
        </a:p>
      </dgm:t>
    </dgm:pt>
    <dgm:pt modelId="{379A753A-BC73-49CE-BC6C-CB2C74883080}" type="pres">
      <dgm:prSet presAssocID="{A2A7C0F2-6588-4A3D-87D7-C7D81246EF6F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6E92973-4DD1-4E1F-8F88-3AFD8470B852}" type="pres">
      <dgm:prSet presAssocID="{439E26AB-94CF-4FDF-AFA8-AC1A326CD4B1}" presName="sibTrans" presStyleLbl="sibTrans2D1" presStyleIdx="2" presStyleCnt="4"/>
      <dgm:spPr/>
      <dgm:t>
        <a:bodyPr/>
        <a:lstStyle/>
        <a:p>
          <a:endParaRPr lang="zh-CN" altLang="en-US"/>
        </a:p>
      </dgm:t>
    </dgm:pt>
    <dgm:pt modelId="{513049A3-7215-46AF-92A3-34B967BD86C4}" type="pres">
      <dgm:prSet presAssocID="{439E26AB-94CF-4FDF-AFA8-AC1A326CD4B1}" presName="connectorText" presStyleCnt="0"/>
      <dgm:spPr/>
      <dgm:t>
        <a:bodyPr/>
        <a:lstStyle/>
        <a:p>
          <a:endParaRPr lang="zh-CN" altLang="en-US"/>
        </a:p>
      </dgm:t>
    </dgm:pt>
    <dgm:pt modelId="{DF34AB6E-2EC4-415E-8459-28D606304006}" type="pres">
      <dgm:prSet presAssocID="{EE227E63-6555-40DB-80D6-73A3F19D4E98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AA2D61B-410D-42A9-ACC9-42C3007AB36E}" type="pres">
      <dgm:prSet presAssocID="{23AA6681-8E12-46F2-96D2-8F81C89DD372}" presName="sibTrans" presStyleLbl="sibTrans2D1" presStyleIdx="3" presStyleCnt="4"/>
      <dgm:spPr/>
      <dgm:t>
        <a:bodyPr/>
        <a:lstStyle/>
        <a:p>
          <a:endParaRPr lang="zh-CN" altLang="en-US"/>
        </a:p>
      </dgm:t>
    </dgm:pt>
    <dgm:pt modelId="{27177930-4D8C-42C2-887D-5FBF7BC9E755}" type="pres">
      <dgm:prSet presAssocID="{23AA6681-8E12-46F2-96D2-8F81C89DD372}" presName="connectorText" presStyleCnt="0"/>
      <dgm:spPr/>
      <dgm:t>
        <a:bodyPr/>
        <a:lstStyle/>
        <a:p>
          <a:endParaRPr lang="zh-CN" altLang="en-US"/>
        </a:p>
      </dgm:t>
    </dgm:pt>
    <dgm:pt modelId="{53FEFAE3-1069-4DCF-8DFF-98E99ECF1315}" type="pres">
      <dgm:prSet presAssocID="{D8075C1F-1DCA-48D5-9263-70A291B96EC0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049BA4A-0B23-47BF-BEFD-9565B19A0082}" srcId="{5C88CA32-DFE3-4ECA-8701-41547451F455}" destId="{8F4695B7-C791-49D5-9570-9E0FF3D297A8}" srcOrd="0" destOrd="0" parTransId="{BCD95237-8CE3-4B68-A8DF-50ED453CC422}" sibTransId="{544DE9B8-7403-4C0F-BD62-C97F1A25EE91}"/>
    <dgm:cxn modelId="{1DF10A48-0827-4C33-BCAE-EEAF7E988881}" srcId="{5C88CA32-DFE3-4ECA-8701-41547451F455}" destId="{63DB1878-5DA7-43FF-814A-7214DADFBD2C}" srcOrd="1" destOrd="0" parTransId="{C8D03312-2AB7-4C39-A386-8B8ABB94C082}" sibTransId="{46EFB64C-B4BA-4116-9AFC-335818015CB8}"/>
    <dgm:cxn modelId="{AB935B7F-BDD6-4EDB-913C-35E65CF72BB3}" srcId="{5C88CA32-DFE3-4ECA-8701-41547451F455}" destId="{A2A7C0F2-6588-4A3D-87D7-C7D81246EF6F}" srcOrd="2" destOrd="0" parTransId="{1FAB7FC4-42F8-4EBB-96C5-03ED13B6D47F}" sibTransId="{439E26AB-94CF-4FDF-AFA8-AC1A326CD4B1}"/>
    <dgm:cxn modelId="{D66829BA-8803-4F78-91A6-5727C1443581}" srcId="{5C88CA32-DFE3-4ECA-8701-41547451F455}" destId="{EE227E63-6555-40DB-80D6-73A3F19D4E98}" srcOrd="3" destOrd="0" parTransId="{71710DED-1CA7-4925-B580-A99AA508A988}" sibTransId="{23AA6681-8E12-46F2-96D2-8F81C89DD372}"/>
    <dgm:cxn modelId="{9AF78A88-AD31-4ECA-A899-9043E98B7A50}" srcId="{5C88CA32-DFE3-4ECA-8701-41547451F455}" destId="{D8075C1F-1DCA-48D5-9263-70A291B96EC0}" srcOrd="4" destOrd="0" parTransId="{85435822-B4A4-44D4-8010-73711B47A47B}" sibTransId="{AD384BF3-B710-491D-B63C-D48156A2467D}"/>
    <dgm:cxn modelId="{B8DD582B-A248-416D-BDCF-B043905731DA}" type="presOf" srcId="{5C88CA32-DFE3-4ECA-8701-41547451F455}" destId="{701EFFED-4602-48B0-9248-459B2A1C95D1}" srcOrd="0" destOrd="0" presId="urn:microsoft.com/office/officeart/2005/8/layout/process1"/>
    <dgm:cxn modelId="{E0DC7B09-4E62-48C1-93F2-2645C32C0CF6}" type="presParOf" srcId="{701EFFED-4602-48B0-9248-459B2A1C95D1}" destId="{A048BA4A-4A6B-4DB5-8458-3B2B3A96E190}" srcOrd="0" destOrd="0" presId="urn:microsoft.com/office/officeart/2005/8/layout/process1"/>
    <dgm:cxn modelId="{81EE8B4E-B4A6-4CED-9683-654CCB413A51}" type="presOf" srcId="{8F4695B7-C791-49D5-9570-9E0FF3D297A8}" destId="{A048BA4A-4A6B-4DB5-8458-3B2B3A96E190}" srcOrd="0" destOrd="0" presId="urn:microsoft.com/office/officeart/2005/8/layout/process1"/>
    <dgm:cxn modelId="{E778CFAB-9D63-40D4-A8C9-F7E5ECE92F5F}" type="presParOf" srcId="{701EFFED-4602-48B0-9248-459B2A1C95D1}" destId="{FA11AFE3-9A5E-49CE-B6B9-3DD0B0B18CAF}" srcOrd="1" destOrd="0" presId="urn:microsoft.com/office/officeart/2005/8/layout/process1"/>
    <dgm:cxn modelId="{489CEE7A-15BA-4FFF-828C-4112AFC8417E}" type="presOf" srcId="{544DE9B8-7403-4C0F-BD62-C97F1A25EE91}" destId="{FA11AFE3-9A5E-49CE-B6B9-3DD0B0B18CAF}" srcOrd="0" destOrd="0" presId="urn:microsoft.com/office/officeart/2005/8/layout/process1"/>
    <dgm:cxn modelId="{746EB075-B875-4360-B936-7C0298E2351D}" type="presParOf" srcId="{FA11AFE3-9A5E-49CE-B6B9-3DD0B0B18CAF}" destId="{35E88806-5E6A-487B-A72E-A6531C0C8701}" srcOrd="0" destOrd="1" presId="urn:microsoft.com/office/officeart/2005/8/layout/process1"/>
    <dgm:cxn modelId="{8574A574-966D-4C5A-B216-7B7F760466B8}" type="presOf" srcId="{544DE9B8-7403-4C0F-BD62-C97F1A25EE91}" destId="{35E88806-5E6A-487B-A72E-A6531C0C8701}" srcOrd="1" destOrd="0" presId="urn:microsoft.com/office/officeart/2005/8/layout/process1"/>
    <dgm:cxn modelId="{CC48C985-D915-4050-9A12-9F39F80A9FBA}" type="presParOf" srcId="{701EFFED-4602-48B0-9248-459B2A1C95D1}" destId="{3F4230BF-C95C-4636-81C3-C10B04E8837A}" srcOrd="2" destOrd="0" presId="urn:microsoft.com/office/officeart/2005/8/layout/process1"/>
    <dgm:cxn modelId="{FA99BD8C-1FBD-4901-AA57-05EFFEC3F9B2}" type="presOf" srcId="{63DB1878-5DA7-43FF-814A-7214DADFBD2C}" destId="{3F4230BF-C95C-4636-81C3-C10B04E8837A}" srcOrd="0" destOrd="0" presId="urn:microsoft.com/office/officeart/2005/8/layout/process1"/>
    <dgm:cxn modelId="{6101871C-A9A0-4525-AAE2-37E9F2A07F81}" type="presParOf" srcId="{701EFFED-4602-48B0-9248-459B2A1C95D1}" destId="{F91CDC53-D12C-4F05-9B4F-C5F33873BFA2}" srcOrd="3" destOrd="0" presId="urn:microsoft.com/office/officeart/2005/8/layout/process1"/>
    <dgm:cxn modelId="{8C08A686-2B0B-4238-8B7E-3645D3C3D14A}" type="presOf" srcId="{46EFB64C-B4BA-4116-9AFC-335818015CB8}" destId="{F91CDC53-D12C-4F05-9B4F-C5F33873BFA2}" srcOrd="0" destOrd="0" presId="urn:microsoft.com/office/officeart/2005/8/layout/process1"/>
    <dgm:cxn modelId="{93DDE628-C927-45F2-AF90-796633A4B57D}" type="presParOf" srcId="{F91CDC53-D12C-4F05-9B4F-C5F33873BFA2}" destId="{B5ABA14A-FC69-4BD7-97C6-B3557F27FE6B}" srcOrd="0" destOrd="3" presId="urn:microsoft.com/office/officeart/2005/8/layout/process1"/>
    <dgm:cxn modelId="{541424AC-4C91-48D4-BDA7-DB5059D44F0F}" type="presOf" srcId="{46EFB64C-B4BA-4116-9AFC-335818015CB8}" destId="{B5ABA14A-FC69-4BD7-97C6-B3557F27FE6B}" srcOrd="1" destOrd="0" presId="urn:microsoft.com/office/officeart/2005/8/layout/process1"/>
    <dgm:cxn modelId="{0E762B83-683D-4F2A-B810-44F374633E73}" type="presParOf" srcId="{701EFFED-4602-48B0-9248-459B2A1C95D1}" destId="{379A753A-BC73-49CE-BC6C-CB2C74883080}" srcOrd="4" destOrd="0" presId="urn:microsoft.com/office/officeart/2005/8/layout/process1"/>
    <dgm:cxn modelId="{9DEF0322-3237-47F0-86FF-E643E104EF3C}" type="presOf" srcId="{A2A7C0F2-6588-4A3D-87D7-C7D81246EF6F}" destId="{379A753A-BC73-49CE-BC6C-CB2C74883080}" srcOrd="0" destOrd="0" presId="urn:microsoft.com/office/officeart/2005/8/layout/process1"/>
    <dgm:cxn modelId="{D31B8D0B-6792-4A1A-B916-57B42C84183D}" type="presParOf" srcId="{701EFFED-4602-48B0-9248-459B2A1C95D1}" destId="{06E92973-4DD1-4E1F-8F88-3AFD8470B852}" srcOrd="5" destOrd="0" presId="urn:microsoft.com/office/officeart/2005/8/layout/process1"/>
    <dgm:cxn modelId="{0CCEA087-75D0-415A-9BC7-4C91A5190C6A}" type="presOf" srcId="{439E26AB-94CF-4FDF-AFA8-AC1A326CD4B1}" destId="{06E92973-4DD1-4E1F-8F88-3AFD8470B852}" srcOrd="0" destOrd="0" presId="urn:microsoft.com/office/officeart/2005/8/layout/process1"/>
    <dgm:cxn modelId="{08B72B11-F883-46DD-AF6C-26BC03182CBC}" type="presParOf" srcId="{06E92973-4DD1-4E1F-8F88-3AFD8470B852}" destId="{513049A3-7215-46AF-92A3-34B967BD86C4}" srcOrd="0" destOrd="5" presId="urn:microsoft.com/office/officeart/2005/8/layout/process1"/>
    <dgm:cxn modelId="{4990B185-5E48-47C9-802B-FE62531E3C0E}" type="presOf" srcId="{439E26AB-94CF-4FDF-AFA8-AC1A326CD4B1}" destId="{513049A3-7215-46AF-92A3-34B967BD86C4}" srcOrd="1" destOrd="0" presId="urn:microsoft.com/office/officeart/2005/8/layout/process1"/>
    <dgm:cxn modelId="{82B5864C-508A-48CE-A0C3-E1FD8CF9C8A6}" type="presParOf" srcId="{701EFFED-4602-48B0-9248-459B2A1C95D1}" destId="{DF34AB6E-2EC4-415E-8459-28D606304006}" srcOrd="6" destOrd="0" presId="urn:microsoft.com/office/officeart/2005/8/layout/process1"/>
    <dgm:cxn modelId="{F32E8044-2A98-4F5C-AC41-E6ED56173A5F}" type="presOf" srcId="{EE227E63-6555-40DB-80D6-73A3F19D4E98}" destId="{DF34AB6E-2EC4-415E-8459-28D606304006}" srcOrd="0" destOrd="0" presId="urn:microsoft.com/office/officeart/2005/8/layout/process1"/>
    <dgm:cxn modelId="{829089D3-03DB-4BEC-B56C-E6C5A9E79DEB}" type="presParOf" srcId="{701EFFED-4602-48B0-9248-459B2A1C95D1}" destId="{2AA2D61B-410D-42A9-ACC9-42C3007AB36E}" srcOrd="7" destOrd="0" presId="urn:microsoft.com/office/officeart/2005/8/layout/process1"/>
    <dgm:cxn modelId="{6F756B01-ED1A-4004-9AFC-30282CBEEF19}" type="presOf" srcId="{23AA6681-8E12-46F2-96D2-8F81C89DD372}" destId="{2AA2D61B-410D-42A9-ACC9-42C3007AB36E}" srcOrd="0" destOrd="0" presId="urn:microsoft.com/office/officeart/2005/8/layout/process1"/>
    <dgm:cxn modelId="{4443BF9B-CF6B-4C88-B089-9B439F708BE0}" type="presParOf" srcId="{2AA2D61B-410D-42A9-ACC9-42C3007AB36E}" destId="{27177930-4D8C-42C2-887D-5FBF7BC9E755}" srcOrd="0" destOrd="7" presId="urn:microsoft.com/office/officeart/2005/8/layout/process1"/>
    <dgm:cxn modelId="{DDE28602-A8C3-4A6A-97AB-800CCA0B267D}" type="presOf" srcId="{23AA6681-8E12-46F2-96D2-8F81C89DD372}" destId="{27177930-4D8C-42C2-887D-5FBF7BC9E755}" srcOrd="1" destOrd="0" presId="urn:microsoft.com/office/officeart/2005/8/layout/process1"/>
    <dgm:cxn modelId="{B0C50057-7952-4B85-B896-08D415549764}" type="presParOf" srcId="{701EFFED-4602-48B0-9248-459B2A1C95D1}" destId="{53FEFAE3-1069-4DCF-8DFF-98E99ECF1315}" srcOrd="8" destOrd="0" presId="urn:microsoft.com/office/officeart/2005/8/layout/process1"/>
    <dgm:cxn modelId="{9108CFD7-C61F-4B6E-B825-9C693AC7C8FD}" type="presOf" srcId="{D8075C1F-1DCA-48D5-9263-70A291B96EC0}" destId="{53FEFAE3-1069-4DCF-8DFF-98E99ECF1315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88CA32-DFE3-4ECA-8701-41547451F45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F4695B7-C791-49D5-9570-9E0FF3D297A8}">
      <dgm:prSet phldrT="[文本]" custT="1"/>
      <dgm:spPr/>
      <dgm:t>
        <a:bodyPr/>
        <a:lstStyle/>
        <a:p>
          <a:pPr algn="ctr"/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rPr>
            <a:t>字符串输入</a:t>
          </a:r>
          <a:endParaRPr lang="zh-CN" altLang="en-US" sz="1800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BCD95237-8CE3-4B68-A8DF-50ED453CC422}" cxnId="{ABD5F28F-40A8-426A-AA32-1219E5283005}" type="parTrans">
      <dgm:prSet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544DE9B8-7403-4C0F-BD62-C97F1A25EE91}" cxnId="{ABD5F28F-40A8-426A-AA32-1219E5283005}" type="sibTrans">
      <dgm:prSet custT="1"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63DB1878-5DA7-43FF-814A-7214DADFBD2C}">
      <dgm:prSet phldrT="[文本]" custT="1"/>
      <dgm:spPr/>
      <dgm:t>
        <a:bodyPr/>
        <a:lstStyle/>
        <a:p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转换成对应的整数数组并倒序存储</a:t>
          </a:r>
        </a:p>
      </dgm:t>
    </dgm:pt>
    <dgm:pt modelId="{C8D03312-2AB7-4C39-A386-8B8ABB94C082}" cxnId="{14CD8982-B493-4784-9D4E-FDD52B4521C9}" type="parTrans">
      <dgm:prSet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46EFB64C-B4BA-4116-9AFC-335818015CB8}" cxnId="{14CD8982-B493-4784-9D4E-FDD52B4521C9}" type="sibTrans">
      <dgm:prSet custT="1"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D8075C1F-1DCA-48D5-9263-70A291B96EC0}">
      <dgm:prSet phldrT="[文本]" custT="1"/>
      <dgm:spPr/>
      <dgm:t>
        <a:bodyPr/>
        <a:lstStyle/>
        <a:p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搞定！！！</a:t>
          </a:r>
        </a:p>
      </dgm:t>
    </dgm:pt>
    <dgm:pt modelId="{85435822-B4A4-44D4-8010-73711B47A47B}" cxnId="{E067DEB1-CB75-4742-933B-C693DDDF8C8C}" type="parTrans">
      <dgm:prSet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AD384BF3-B710-491D-B63C-D48156A2467D}" cxnId="{E067DEB1-CB75-4742-933B-C693DDDF8C8C}" type="sibTrans">
      <dgm:prSet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A2A7C0F2-6588-4A3D-87D7-C7D81246EF6F}">
      <dgm:prSet custT="1"/>
      <dgm:spPr/>
      <dgm:t>
        <a:bodyPr/>
        <a:lstStyle/>
        <a:p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相加及进位</a:t>
          </a:r>
        </a:p>
      </dgm:t>
    </dgm:pt>
    <dgm:pt modelId="{1FAB7FC4-42F8-4EBB-96C5-03ED13B6D47F}" cxnId="{91497360-8D66-4053-ACA0-1B6F418A736B}" type="parTrans">
      <dgm:prSet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439E26AB-94CF-4FDF-AFA8-AC1A326CD4B1}" cxnId="{91497360-8D66-4053-ACA0-1B6F418A736B}" type="sibTrans">
      <dgm:prSet custT="1"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EE227E63-6555-40DB-80D6-73A3F19D4E98}">
      <dgm:prSet custT="1"/>
      <dgm:spPr/>
      <dgm:t>
        <a:bodyPr/>
        <a:lstStyle/>
        <a:p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倒序输出最后结果</a:t>
          </a:r>
        </a:p>
      </dgm:t>
    </dgm:pt>
    <dgm:pt modelId="{71710DED-1CA7-4925-B580-A99AA508A988}" cxnId="{D7ABAAEC-CD7B-4AB3-8491-FF838A7FE4E1}" type="parTrans">
      <dgm:prSet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23AA6681-8E12-46F2-96D2-8F81C89DD372}" cxnId="{D7ABAAEC-CD7B-4AB3-8491-FF838A7FE4E1}" type="sibTrans">
      <dgm:prSet custT="1"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701EFFED-4602-48B0-9248-459B2A1C95D1}" type="pres">
      <dgm:prSet presAssocID="{5C88CA32-DFE3-4ECA-8701-41547451F455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048BA4A-4A6B-4DB5-8458-3B2B3A96E190}" type="pres">
      <dgm:prSet presAssocID="{8F4695B7-C791-49D5-9570-9E0FF3D297A8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A11AFE3-9A5E-49CE-B6B9-3DD0B0B18CAF}" type="pres">
      <dgm:prSet presAssocID="{544DE9B8-7403-4C0F-BD62-C97F1A25EE91}" presName="sibTrans" presStyleLbl="sibTrans2D1" presStyleIdx="0" presStyleCnt="4"/>
      <dgm:spPr/>
      <dgm:t>
        <a:bodyPr/>
        <a:lstStyle/>
        <a:p>
          <a:endParaRPr lang="zh-CN" altLang="en-US"/>
        </a:p>
      </dgm:t>
    </dgm:pt>
    <dgm:pt modelId="{35E88806-5E6A-487B-A72E-A6531C0C8701}" type="pres">
      <dgm:prSet presAssocID="{544DE9B8-7403-4C0F-BD62-C97F1A25EE91}" presName="connectorText" presStyleLbl="sibTrans2D1" presStyleIdx="0" presStyleCnt="4"/>
      <dgm:spPr/>
      <dgm:t>
        <a:bodyPr/>
        <a:lstStyle/>
        <a:p>
          <a:endParaRPr lang="zh-CN" altLang="en-US"/>
        </a:p>
      </dgm:t>
    </dgm:pt>
    <dgm:pt modelId="{3F4230BF-C95C-4636-81C3-C10B04E8837A}" type="pres">
      <dgm:prSet presAssocID="{63DB1878-5DA7-43FF-814A-7214DADFBD2C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91CDC53-D12C-4F05-9B4F-C5F33873BFA2}" type="pres">
      <dgm:prSet presAssocID="{46EFB64C-B4BA-4116-9AFC-335818015CB8}" presName="sibTrans" presStyleLbl="sibTrans2D1" presStyleIdx="1" presStyleCnt="4"/>
      <dgm:spPr/>
      <dgm:t>
        <a:bodyPr/>
        <a:lstStyle/>
        <a:p>
          <a:endParaRPr lang="zh-CN" altLang="en-US"/>
        </a:p>
      </dgm:t>
    </dgm:pt>
    <dgm:pt modelId="{B5ABA14A-FC69-4BD7-97C6-B3557F27FE6B}" type="pres">
      <dgm:prSet presAssocID="{46EFB64C-B4BA-4116-9AFC-335818015CB8}" presName="connectorText" presStyleLbl="sibTrans2D1" presStyleIdx="1" presStyleCnt="4"/>
      <dgm:spPr/>
      <dgm:t>
        <a:bodyPr/>
        <a:lstStyle/>
        <a:p>
          <a:endParaRPr lang="zh-CN" altLang="en-US"/>
        </a:p>
      </dgm:t>
    </dgm:pt>
    <dgm:pt modelId="{379A753A-BC73-49CE-BC6C-CB2C74883080}" type="pres">
      <dgm:prSet presAssocID="{A2A7C0F2-6588-4A3D-87D7-C7D81246EF6F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6E92973-4DD1-4E1F-8F88-3AFD8470B852}" type="pres">
      <dgm:prSet presAssocID="{439E26AB-94CF-4FDF-AFA8-AC1A326CD4B1}" presName="sibTrans" presStyleLbl="sibTrans2D1" presStyleIdx="2" presStyleCnt="4"/>
      <dgm:spPr/>
      <dgm:t>
        <a:bodyPr/>
        <a:lstStyle/>
        <a:p>
          <a:endParaRPr lang="zh-CN" altLang="en-US"/>
        </a:p>
      </dgm:t>
    </dgm:pt>
    <dgm:pt modelId="{513049A3-7215-46AF-92A3-34B967BD86C4}" type="pres">
      <dgm:prSet presAssocID="{439E26AB-94CF-4FDF-AFA8-AC1A326CD4B1}" presName="connectorText" presStyleLbl="sibTrans2D1" presStyleIdx="2" presStyleCnt="4"/>
      <dgm:spPr/>
      <dgm:t>
        <a:bodyPr/>
        <a:lstStyle/>
        <a:p>
          <a:endParaRPr lang="zh-CN" altLang="en-US"/>
        </a:p>
      </dgm:t>
    </dgm:pt>
    <dgm:pt modelId="{DF34AB6E-2EC4-415E-8459-28D606304006}" type="pres">
      <dgm:prSet presAssocID="{EE227E63-6555-40DB-80D6-73A3F19D4E98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AA2D61B-410D-42A9-ACC9-42C3007AB36E}" type="pres">
      <dgm:prSet presAssocID="{23AA6681-8E12-46F2-96D2-8F81C89DD372}" presName="sibTrans" presStyleLbl="sibTrans2D1" presStyleIdx="3" presStyleCnt="4"/>
      <dgm:spPr/>
      <dgm:t>
        <a:bodyPr/>
        <a:lstStyle/>
        <a:p>
          <a:endParaRPr lang="zh-CN" altLang="en-US"/>
        </a:p>
      </dgm:t>
    </dgm:pt>
    <dgm:pt modelId="{27177930-4D8C-42C2-887D-5FBF7BC9E755}" type="pres">
      <dgm:prSet presAssocID="{23AA6681-8E12-46F2-96D2-8F81C89DD372}" presName="connectorText" presStyleLbl="sibTrans2D1" presStyleIdx="3" presStyleCnt="4"/>
      <dgm:spPr/>
      <dgm:t>
        <a:bodyPr/>
        <a:lstStyle/>
        <a:p>
          <a:endParaRPr lang="zh-CN" altLang="en-US"/>
        </a:p>
      </dgm:t>
    </dgm:pt>
    <dgm:pt modelId="{53FEFAE3-1069-4DCF-8DFF-98E99ECF1315}" type="pres">
      <dgm:prSet presAssocID="{D8075C1F-1DCA-48D5-9263-70A291B96EC0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14CD8982-B493-4784-9D4E-FDD52B4521C9}" srcId="{5C88CA32-DFE3-4ECA-8701-41547451F455}" destId="{63DB1878-5DA7-43FF-814A-7214DADFBD2C}" srcOrd="1" destOrd="0" parTransId="{C8D03312-2AB7-4C39-A386-8B8ABB94C082}" sibTransId="{46EFB64C-B4BA-4116-9AFC-335818015CB8}"/>
    <dgm:cxn modelId="{E00C6059-36DC-4EDC-9C5B-E470F6E42CA8}" type="presOf" srcId="{46EFB64C-B4BA-4116-9AFC-335818015CB8}" destId="{B5ABA14A-FC69-4BD7-97C6-B3557F27FE6B}" srcOrd="1" destOrd="0" presId="urn:microsoft.com/office/officeart/2005/8/layout/process1"/>
    <dgm:cxn modelId="{ABD5F28F-40A8-426A-AA32-1219E5283005}" srcId="{5C88CA32-DFE3-4ECA-8701-41547451F455}" destId="{8F4695B7-C791-49D5-9570-9E0FF3D297A8}" srcOrd="0" destOrd="0" parTransId="{BCD95237-8CE3-4B68-A8DF-50ED453CC422}" sibTransId="{544DE9B8-7403-4C0F-BD62-C97F1A25EE91}"/>
    <dgm:cxn modelId="{9DE7FA1A-0551-445C-A79D-6DE3CC03F31D}" type="presOf" srcId="{63DB1878-5DA7-43FF-814A-7214DADFBD2C}" destId="{3F4230BF-C95C-4636-81C3-C10B04E8837A}" srcOrd="0" destOrd="0" presId="urn:microsoft.com/office/officeart/2005/8/layout/process1"/>
    <dgm:cxn modelId="{B3196DBA-9A47-4057-A314-73A7B4A5A32E}" type="presOf" srcId="{8F4695B7-C791-49D5-9570-9E0FF3D297A8}" destId="{A048BA4A-4A6B-4DB5-8458-3B2B3A96E190}" srcOrd="0" destOrd="0" presId="urn:microsoft.com/office/officeart/2005/8/layout/process1"/>
    <dgm:cxn modelId="{870B1D4B-B571-44E4-B450-0FA230355925}" type="presOf" srcId="{439E26AB-94CF-4FDF-AFA8-AC1A326CD4B1}" destId="{513049A3-7215-46AF-92A3-34B967BD86C4}" srcOrd="1" destOrd="0" presId="urn:microsoft.com/office/officeart/2005/8/layout/process1"/>
    <dgm:cxn modelId="{F3B15502-C4E8-4CFE-BA1C-792F3211FAD3}" type="presOf" srcId="{439E26AB-94CF-4FDF-AFA8-AC1A326CD4B1}" destId="{06E92973-4DD1-4E1F-8F88-3AFD8470B852}" srcOrd="0" destOrd="0" presId="urn:microsoft.com/office/officeart/2005/8/layout/process1"/>
    <dgm:cxn modelId="{789DCE1D-C7A1-4D68-B18D-4EBBDE952103}" type="presOf" srcId="{5C88CA32-DFE3-4ECA-8701-41547451F455}" destId="{701EFFED-4602-48B0-9248-459B2A1C95D1}" srcOrd="0" destOrd="0" presId="urn:microsoft.com/office/officeart/2005/8/layout/process1"/>
    <dgm:cxn modelId="{D2783C05-EF66-434C-95ED-952459DD8647}" type="presOf" srcId="{544DE9B8-7403-4C0F-BD62-C97F1A25EE91}" destId="{35E88806-5E6A-487B-A72E-A6531C0C8701}" srcOrd="1" destOrd="0" presId="urn:microsoft.com/office/officeart/2005/8/layout/process1"/>
    <dgm:cxn modelId="{C8E171AA-C609-4805-94D0-F663D49A32AC}" type="presOf" srcId="{23AA6681-8E12-46F2-96D2-8F81C89DD372}" destId="{2AA2D61B-410D-42A9-ACC9-42C3007AB36E}" srcOrd="0" destOrd="0" presId="urn:microsoft.com/office/officeart/2005/8/layout/process1"/>
    <dgm:cxn modelId="{D7ABAAEC-CD7B-4AB3-8491-FF838A7FE4E1}" srcId="{5C88CA32-DFE3-4ECA-8701-41547451F455}" destId="{EE227E63-6555-40DB-80D6-73A3F19D4E98}" srcOrd="3" destOrd="0" parTransId="{71710DED-1CA7-4925-B580-A99AA508A988}" sibTransId="{23AA6681-8E12-46F2-96D2-8F81C89DD372}"/>
    <dgm:cxn modelId="{0930B0AA-8714-4507-B8A5-0CA7FDA661B2}" type="presOf" srcId="{544DE9B8-7403-4C0F-BD62-C97F1A25EE91}" destId="{FA11AFE3-9A5E-49CE-B6B9-3DD0B0B18CAF}" srcOrd="0" destOrd="0" presId="urn:microsoft.com/office/officeart/2005/8/layout/process1"/>
    <dgm:cxn modelId="{E5203F31-E3DA-4CA0-93D2-43307E7EAB0E}" type="presOf" srcId="{EE227E63-6555-40DB-80D6-73A3F19D4E98}" destId="{DF34AB6E-2EC4-415E-8459-28D606304006}" srcOrd="0" destOrd="0" presId="urn:microsoft.com/office/officeart/2005/8/layout/process1"/>
    <dgm:cxn modelId="{3DBCA4DD-AD6D-4096-93FD-7B2A21B252B7}" type="presOf" srcId="{46EFB64C-B4BA-4116-9AFC-335818015CB8}" destId="{F91CDC53-D12C-4F05-9B4F-C5F33873BFA2}" srcOrd="0" destOrd="0" presId="urn:microsoft.com/office/officeart/2005/8/layout/process1"/>
    <dgm:cxn modelId="{E067DEB1-CB75-4742-933B-C693DDDF8C8C}" srcId="{5C88CA32-DFE3-4ECA-8701-41547451F455}" destId="{D8075C1F-1DCA-48D5-9263-70A291B96EC0}" srcOrd="4" destOrd="0" parTransId="{85435822-B4A4-44D4-8010-73711B47A47B}" sibTransId="{AD384BF3-B710-491D-B63C-D48156A2467D}"/>
    <dgm:cxn modelId="{91497360-8D66-4053-ACA0-1B6F418A736B}" srcId="{5C88CA32-DFE3-4ECA-8701-41547451F455}" destId="{A2A7C0F2-6588-4A3D-87D7-C7D81246EF6F}" srcOrd="2" destOrd="0" parTransId="{1FAB7FC4-42F8-4EBB-96C5-03ED13B6D47F}" sibTransId="{439E26AB-94CF-4FDF-AFA8-AC1A326CD4B1}"/>
    <dgm:cxn modelId="{8ACBFFE7-6152-4AB5-93D2-B2388C9E940E}" type="presOf" srcId="{D8075C1F-1DCA-48D5-9263-70A291B96EC0}" destId="{53FEFAE3-1069-4DCF-8DFF-98E99ECF1315}" srcOrd="0" destOrd="0" presId="urn:microsoft.com/office/officeart/2005/8/layout/process1"/>
    <dgm:cxn modelId="{5E44F1DB-1964-4744-B2A5-8027180D0D24}" type="presOf" srcId="{23AA6681-8E12-46F2-96D2-8F81C89DD372}" destId="{27177930-4D8C-42C2-887D-5FBF7BC9E755}" srcOrd="1" destOrd="0" presId="urn:microsoft.com/office/officeart/2005/8/layout/process1"/>
    <dgm:cxn modelId="{F96C20F3-A0BF-4CE7-875D-4E1D5BD2B993}" type="presOf" srcId="{A2A7C0F2-6588-4A3D-87D7-C7D81246EF6F}" destId="{379A753A-BC73-49CE-BC6C-CB2C74883080}" srcOrd="0" destOrd="0" presId="urn:microsoft.com/office/officeart/2005/8/layout/process1"/>
    <dgm:cxn modelId="{9C78DC5D-803B-48F8-B6D5-15FFE5CFDE33}" type="presParOf" srcId="{701EFFED-4602-48B0-9248-459B2A1C95D1}" destId="{A048BA4A-4A6B-4DB5-8458-3B2B3A96E190}" srcOrd="0" destOrd="0" presId="urn:microsoft.com/office/officeart/2005/8/layout/process1"/>
    <dgm:cxn modelId="{295C0748-802C-46B7-866E-DB7E71FB8DD5}" type="presParOf" srcId="{701EFFED-4602-48B0-9248-459B2A1C95D1}" destId="{FA11AFE3-9A5E-49CE-B6B9-3DD0B0B18CAF}" srcOrd="1" destOrd="0" presId="urn:microsoft.com/office/officeart/2005/8/layout/process1"/>
    <dgm:cxn modelId="{62D10782-98FF-4233-B100-7F6F6CD0B177}" type="presParOf" srcId="{FA11AFE3-9A5E-49CE-B6B9-3DD0B0B18CAF}" destId="{35E88806-5E6A-487B-A72E-A6531C0C8701}" srcOrd="0" destOrd="0" presId="urn:microsoft.com/office/officeart/2005/8/layout/process1"/>
    <dgm:cxn modelId="{E813817D-83F7-463A-9287-6E280151AF68}" type="presParOf" srcId="{701EFFED-4602-48B0-9248-459B2A1C95D1}" destId="{3F4230BF-C95C-4636-81C3-C10B04E8837A}" srcOrd="2" destOrd="0" presId="urn:microsoft.com/office/officeart/2005/8/layout/process1"/>
    <dgm:cxn modelId="{23D9AE5C-ADA6-407E-8536-72E34A2BA64F}" type="presParOf" srcId="{701EFFED-4602-48B0-9248-459B2A1C95D1}" destId="{F91CDC53-D12C-4F05-9B4F-C5F33873BFA2}" srcOrd="3" destOrd="0" presId="urn:microsoft.com/office/officeart/2005/8/layout/process1"/>
    <dgm:cxn modelId="{2B8CEE07-D75F-4A43-8C78-B31DE18AE447}" type="presParOf" srcId="{F91CDC53-D12C-4F05-9B4F-C5F33873BFA2}" destId="{B5ABA14A-FC69-4BD7-97C6-B3557F27FE6B}" srcOrd="0" destOrd="0" presId="urn:microsoft.com/office/officeart/2005/8/layout/process1"/>
    <dgm:cxn modelId="{4BA18837-D554-42AE-A311-8EC2936E7DA7}" type="presParOf" srcId="{701EFFED-4602-48B0-9248-459B2A1C95D1}" destId="{379A753A-BC73-49CE-BC6C-CB2C74883080}" srcOrd="4" destOrd="0" presId="urn:microsoft.com/office/officeart/2005/8/layout/process1"/>
    <dgm:cxn modelId="{F9540C1F-9995-4CF6-A3F3-B25B09593989}" type="presParOf" srcId="{701EFFED-4602-48B0-9248-459B2A1C95D1}" destId="{06E92973-4DD1-4E1F-8F88-3AFD8470B852}" srcOrd="5" destOrd="0" presId="urn:microsoft.com/office/officeart/2005/8/layout/process1"/>
    <dgm:cxn modelId="{2514A14E-4A3E-45B3-BB9F-54B85BB7723F}" type="presParOf" srcId="{06E92973-4DD1-4E1F-8F88-3AFD8470B852}" destId="{513049A3-7215-46AF-92A3-34B967BD86C4}" srcOrd="0" destOrd="0" presId="urn:microsoft.com/office/officeart/2005/8/layout/process1"/>
    <dgm:cxn modelId="{E699481E-0AD5-4D83-A4FB-BCE1A662A110}" type="presParOf" srcId="{701EFFED-4602-48B0-9248-459B2A1C95D1}" destId="{DF34AB6E-2EC4-415E-8459-28D606304006}" srcOrd="6" destOrd="0" presId="urn:microsoft.com/office/officeart/2005/8/layout/process1"/>
    <dgm:cxn modelId="{356D1AE1-5626-450C-8DF6-2E7C4AD05D85}" type="presParOf" srcId="{701EFFED-4602-48B0-9248-459B2A1C95D1}" destId="{2AA2D61B-410D-42A9-ACC9-42C3007AB36E}" srcOrd="7" destOrd="0" presId="urn:microsoft.com/office/officeart/2005/8/layout/process1"/>
    <dgm:cxn modelId="{FCEB57A5-9191-49FD-A223-71D3C8E74831}" type="presParOf" srcId="{2AA2D61B-410D-42A9-ACC9-42C3007AB36E}" destId="{27177930-4D8C-42C2-887D-5FBF7BC9E755}" srcOrd="0" destOrd="0" presId="urn:microsoft.com/office/officeart/2005/8/layout/process1"/>
    <dgm:cxn modelId="{AF99241B-D69B-4EEC-945E-461E3B840654}" type="presParOf" srcId="{701EFFED-4602-48B0-9248-459B2A1C95D1}" destId="{53FEFAE3-1069-4DCF-8DFF-98E99ECF1315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88CA32-DFE3-4ECA-8701-41547451F45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F4695B7-C791-49D5-9570-9E0FF3D297A8}">
      <dgm:prSet phldrT="[文本]" custT="1"/>
      <dgm:spPr/>
      <dgm:t>
        <a:bodyPr/>
        <a:lstStyle/>
        <a:p>
          <a:pPr algn="ctr"/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rPr>
            <a:t>字符串输入</a:t>
          </a:r>
          <a:endParaRPr lang="zh-CN" altLang="en-US" sz="1800" dirty="0">
            <a:latin typeface="微软雅黑" panose="020B0503020204020204" charset="-122"/>
            <a:ea typeface="微软雅黑" panose="020B0503020204020204" charset="-122"/>
          </a:endParaRPr>
        </a:p>
      </dgm:t>
    </dgm:pt>
    <dgm:pt modelId="{BCD95237-8CE3-4B68-A8DF-50ED453CC422}" cxnId="{ABD5F28F-40A8-426A-AA32-1219E5283005}" type="parTrans">
      <dgm:prSet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544DE9B8-7403-4C0F-BD62-C97F1A25EE91}" cxnId="{ABD5F28F-40A8-426A-AA32-1219E5283005}" type="sibTrans">
      <dgm:prSet custT="1"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63DB1878-5DA7-43FF-814A-7214DADFBD2C}">
      <dgm:prSet phldrT="[文本]" custT="1"/>
      <dgm:spPr/>
      <dgm:t>
        <a:bodyPr/>
        <a:lstStyle/>
        <a:p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转换成对应的整数数组并倒序存储</a:t>
          </a:r>
        </a:p>
      </dgm:t>
    </dgm:pt>
    <dgm:pt modelId="{C8D03312-2AB7-4C39-A386-8B8ABB94C082}" cxnId="{14CD8982-B493-4784-9D4E-FDD52B4521C9}" type="parTrans">
      <dgm:prSet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46EFB64C-B4BA-4116-9AFC-335818015CB8}" cxnId="{14CD8982-B493-4784-9D4E-FDD52B4521C9}" type="sibTrans">
      <dgm:prSet custT="1"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D8075C1F-1DCA-48D5-9263-70A291B96EC0}">
      <dgm:prSet phldrT="[文本]" custT="1"/>
      <dgm:spPr/>
      <dgm:t>
        <a:bodyPr/>
        <a:lstStyle/>
        <a:p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搞定！！！</a:t>
          </a:r>
        </a:p>
      </dgm:t>
    </dgm:pt>
    <dgm:pt modelId="{85435822-B4A4-44D4-8010-73711B47A47B}" cxnId="{E067DEB1-CB75-4742-933B-C693DDDF8C8C}" type="parTrans">
      <dgm:prSet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AD384BF3-B710-491D-B63C-D48156A2467D}" cxnId="{E067DEB1-CB75-4742-933B-C693DDDF8C8C}" type="sibTrans">
      <dgm:prSet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A2A7C0F2-6588-4A3D-87D7-C7D81246EF6F}">
      <dgm:prSet custT="1"/>
      <dgm:spPr/>
      <dgm:t>
        <a:bodyPr/>
        <a:lstStyle/>
        <a:p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相减及借位</a:t>
          </a:r>
        </a:p>
      </dgm:t>
    </dgm:pt>
    <dgm:pt modelId="{1FAB7FC4-42F8-4EBB-96C5-03ED13B6D47F}" cxnId="{91497360-8D66-4053-ACA0-1B6F418A736B}" type="parTrans">
      <dgm:prSet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439E26AB-94CF-4FDF-AFA8-AC1A326CD4B1}" cxnId="{91497360-8D66-4053-ACA0-1B6F418A736B}" type="sibTrans">
      <dgm:prSet custT="1"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EE227E63-6555-40DB-80D6-73A3F19D4E98}">
      <dgm:prSet custT="1"/>
      <dgm:spPr/>
      <dgm:t>
        <a:bodyPr/>
        <a:lstStyle/>
        <a:p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倒序输出最后结果</a:t>
          </a:r>
        </a:p>
      </dgm:t>
    </dgm:pt>
    <dgm:pt modelId="{71710DED-1CA7-4925-B580-A99AA508A988}" cxnId="{D7ABAAEC-CD7B-4AB3-8491-FF838A7FE4E1}" type="parTrans">
      <dgm:prSet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23AA6681-8E12-46F2-96D2-8F81C89DD372}" cxnId="{D7ABAAEC-CD7B-4AB3-8491-FF838A7FE4E1}" type="sibTrans">
      <dgm:prSet custT="1"/>
      <dgm:spPr/>
      <dgm:t>
        <a:bodyPr/>
        <a:lstStyle/>
        <a:p>
          <a:pPr algn="l"/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gm:t>
    </dgm:pt>
    <dgm:pt modelId="{701EFFED-4602-48B0-9248-459B2A1C95D1}" type="pres">
      <dgm:prSet presAssocID="{5C88CA32-DFE3-4ECA-8701-41547451F455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048BA4A-4A6B-4DB5-8458-3B2B3A96E190}" type="pres">
      <dgm:prSet presAssocID="{8F4695B7-C791-49D5-9570-9E0FF3D297A8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A11AFE3-9A5E-49CE-B6B9-3DD0B0B18CAF}" type="pres">
      <dgm:prSet presAssocID="{544DE9B8-7403-4C0F-BD62-C97F1A25EE91}" presName="sibTrans" presStyleLbl="sibTrans2D1" presStyleIdx="0" presStyleCnt="4"/>
      <dgm:spPr/>
      <dgm:t>
        <a:bodyPr/>
        <a:lstStyle/>
        <a:p>
          <a:endParaRPr lang="zh-CN" altLang="en-US"/>
        </a:p>
      </dgm:t>
    </dgm:pt>
    <dgm:pt modelId="{35E88806-5E6A-487B-A72E-A6531C0C8701}" type="pres">
      <dgm:prSet presAssocID="{544DE9B8-7403-4C0F-BD62-C97F1A25EE91}" presName="connectorText" presStyleLbl="sibTrans2D1" presStyleIdx="0" presStyleCnt="4"/>
      <dgm:spPr/>
      <dgm:t>
        <a:bodyPr/>
        <a:lstStyle/>
        <a:p>
          <a:endParaRPr lang="zh-CN" altLang="en-US"/>
        </a:p>
      </dgm:t>
    </dgm:pt>
    <dgm:pt modelId="{3F4230BF-C95C-4636-81C3-C10B04E8837A}" type="pres">
      <dgm:prSet presAssocID="{63DB1878-5DA7-43FF-814A-7214DADFBD2C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91CDC53-D12C-4F05-9B4F-C5F33873BFA2}" type="pres">
      <dgm:prSet presAssocID="{46EFB64C-B4BA-4116-9AFC-335818015CB8}" presName="sibTrans" presStyleLbl="sibTrans2D1" presStyleIdx="1" presStyleCnt="4"/>
      <dgm:spPr/>
      <dgm:t>
        <a:bodyPr/>
        <a:lstStyle/>
        <a:p>
          <a:endParaRPr lang="zh-CN" altLang="en-US"/>
        </a:p>
      </dgm:t>
    </dgm:pt>
    <dgm:pt modelId="{B5ABA14A-FC69-4BD7-97C6-B3557F27FE6B}" type="pres">
      <dgm:prSet presAssocID="{46EFB64C-B4BA-4116-9AFC-335818015CB8}" presName="connectorText" presStyleLbl="sibTrans2D1" presStyleIdx="1" presStyleCnt="4"/>
      <dgm:spPr/>
      <dgm:t>
        <a:bodyPr/>
        <a:lstStyle/>
        <a:p>
          <a:endParaRPr lang="zh-CN" altLang="en-US"/>
        </a:p>
      </dgm:t>
    </dgm:pt>
    <dgm:pt modelId="{379A753A-BC73-49CE-BC6C-CB2C74883080}" type="pres">
      <dgm:prSet presAssocID="{A2A7C0F2-6588-4A3D-87D7-C7D81246EF6F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6E92973-4DD1-4E1F-8F88-3AFD8470B852}" type="pres">
      <dgm:prSet presAssocID="{439E26AB-94CF-4FDF-AFA8-AC1A326CD4B1}" presName="sibTrans" presStyleLbl="sibTrans2D1" presStyleIdx="2" presStyleCnt="4"/>
      <dgm:spPr/>
      <dgm:t>
        <a:bodyPr/>
        <a:lstStyle/>
        <a:p>
          <a:endParaRPr lang="zh-CN" altLang="en-US"/>
        </a:p>
      </dgm:t>
    </dgm:pt>
    <dgm:pt modelId="{513049A3-7215-46AF-92A3-34B967BD86C4}" type="pres">
      <dgm:prSet presAssocID="{439E26AB-94CF-4FDF-AFA8-AC1A326CD4B1}" presName="connectorText" presStyleLbl="sibTrans2D1" presStyleIdx="2" presStyleCnt="4"/>
      <dgm:spPr/>
      <dgm:t>
        <a:bodyPr/>
        <a:lstStyle/>
        <a:p>
          <a:endParaRPr lang="zh-CN" altLang="en-US"/>
        </a:p>
      </dgm:t>
    </dgm:pt>
    <dgm:pt modelId="{DF34AB6E-2EC4-415E-8459-28D606304006}" type="pres">
      <dgm:prSet presAssocID="{EE227E63-6555-40DB-80D6-73A3F19D4E98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AA2D61B-410D-42A9-ACC9-42C3007AB36E}" type="pres">
      <dgm:prSet presAssocID="{23AA6681-8E12-46F2-96D2-8F81C89DD372}" presName="sibTrans" presStyleLbl="sibTrans2D1" presStyleIdx="3" presStyleCnt="4"/>
      <dgm:spPr/>
      <dgm:t>
        <a:bodyPr/>
        <a:lstStyle/>
        <a:p>
          <a:endParaRPr lang="zh-CN" altLang="en-US"/>
        </a:p>
      </dgm:t>
    </dgm:pt>
    <dgm:pt modelId="{27177930-4D8C-42C2-887D-5FBF7BC9E755}" type="pres">
      <dgm:prSet presAssocID="{23AA6681-8E12-46F2-96D2-8F81C89DD372}" presName="connectorText" presStyleLbl="sibTrans2D1" presStyleIdx="3" presStyleCnt="4"/>
      <dgm:spPr/>
      <dgm:t>
        <a:bodyPr/>
        <a:lstStyle/>
        <a:p>
          <a:endParaRPr lang="zh-CN" altLang="en-US"/>
        </a:p>
      </dgm:t>
    </dgm:pt>
    <dgm:pt modelId="{53FEFAE3-1069-4DCF-8DFF-98E99ECF1315}" type="pres">
      <dgm:prSet presAssocID="{D8075C1F-1DCA-48D5-9263-70A291B96EC0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067DEB1-CB75-4742-933B-C693DDDF8C8C}" srcId="{5C88CA32-DFE3-4ECA-8701-41547451F455}" destId="{D8075C1F-1DCA-48D5-9263-70A291B96EC0}" srcOrd="4" destOrd="0" parTransId="{85435822-B4A4-44D4-8010-73711B47A47B}" sibTransId="{AD384BF3-B710-491D-B63C-D48156A2467D}"/>
    <dgm:cxn modelId="{E56CD45F-B1F9-4EAA-9508-0FF5DE0C3AF6}" type="presOf" srcId="{63DB1878-5DA7-43FF-814A-7214DADFBD2C}" destId="{3F4230BF-C95C-4636-81C3-C10B04E8837A}" srcOrd="0" destOrd="0" presId="urn:microsoft.com/office/officeart/2005/8/layout/process1"/>
    <dgm:cxn modelId="{ABF36000-9BB1-457D-97E3-7F6D37FCF3E2}" type="presOf" srcId="{5C88CA32-DFE3-4ECA-8701-41547451F455}" destId="{701EFFED-4602-48B0-9248-459B2A1C95D1}" srcOrd="0" destOrd="0" presId="urn:microsoft.com/office/officeart/2005/8/layout/process1"/>
    <dgm:cxn modelId="{ABD5F28F-40A8-426A-AA32-1219E5283005}" srcId="{5C88CA32-DFE3-4ECA-8701-41547451F455}" destId="{8F4695B7-C791-49D5-9570-9E0FF3D297A8}" srcOrd="0" destOrd="0" parTransId="{BCD95237-8CE3-4B68-A8DF-50ED453CC422}" sibTransId="{544DE9B8-7403-4C0F-BD62-C97F1A25EE91}"/>
    <dgm:cxn modelId="{464E783A-E79D-4673-B893-0263543C2ECD}" type="presOf" srcId="{23AA6681-8E12-46F2-96D2-8F81C89DD372}" destId="{2AA2D61B-410D-42A9-ACC9-42C3007AB36E}" srcOrd="0" destOrd="0" presId="urn:microsoft.com/office/officeart/2005/8/layout/process1"/>
    <dgm:cxn modelId="{7ECB299D-914D-4B2E-BB43-E442F2D59AD5}" type="presOf" srcId="{439E26AB-94CF-4FDF-AFA8-AC1A326CD4B1}" destId="{06E92973-4DD1-4E1F-8F88-3AFD8470B852}" srcOrd="0" destOrd="0" presId="urn:microsoft.com/office/officeart/2005/8/layout/process1"/>
    <dgm:cxn modelId="{7B492635-D152-4999-B4E7-DFE5D9672ADB}" type="presOf" srcId="{544DE9B8-7403-4C0F-BD62-C97F1A25EE91}" destId="{FA11AFE3-9A5E-49CE-B6B9-3DD0B0B18CAF}" srcOrd="0" destOrd="0" presId="urn:microsoft.com/office/officeart/2005/8/layout/process1"/>
    <dgm:cxn modelId="{A84F4991-C0D3-4516-8347-308DC6BAEB2E}" type="presOf" srcId="{46EFB64C-B4BA-4116-9AFC-335818015CB8}" destId="{F91CDC53-D12C-4F05-9B4F-C5F33873BFA2}" srcOrd="0" destOrd="0" presId="urn:microsoft.com/office/officeart/2005/8/layout/process1"/>
    <dgm:cxn modelId="{A5A81F13-4EDB-4532-85C7-D191CDF29E98}" type="presOf" srcId="{23AA6681-8E12-46F2-96D2-8F81C89DD372}" destId="{27177930-4D8C-42C2-887D-5FBF7BC9E755}" srcOrd="1" destOrd="0" presId="urn:microsoft.com/office/officeart/2005/8/layout/process1"/>
    <dgm:cxn modelId="{14CD8982-B493-4784-9D4E-FDD52B4521C9}" srcId="{5C88CA32-DFE3-4ECA-8701-41547451F455}" destId="{63DB1878-5DA7-43FF-814A-7214DADFBD2C}" srcOrd="1" destOrd="0" parTransId="{C8D03312-2AB7-4C39-A386-8B8ABB94C082}" sibTransId="{46EFB64C-B4BA-4116-9AFC-335818015CB8}"/>
    <dgm:cxn modelId="{91497360-8D66-4053-ACA0-1B6F418A736B}" srcId="{5C88CA32-DFE3-4ECA-8701-41547451F455}" destId="{A2A7C0F2-6588-4A3D-87D7-C7D81246EF6F}" srcOrd="2" destOrd="0" parTransId="{1FAB7FC4-42F8-4EBB-96C5-03ED13B6D47F}" sibTransId="{439E26AB-94CF-4FDF-AFA8-AC1A326CD4B1}"/>
    <dgm:cxn modelId="{246BD3D1-9885-461C-ACB1-F3D499C54D7B}" type="presOf" srcId="{A2A7C0F2-6588-4A3D-87D7-C7D81246EF6F}" destId="{379A753A-BC73-49CE-BC6C-CB2C74883080}" srcOrd="0" destOrd="0" presId="urn:microsoft.com/office/officeart/2005/8/layout/process1"/>
    <dgm:cxn modelId="{BC5A5DF9-D6E6-40BA-A216-9C51F7C465A9}" type="presOf" srcId="{8F4695B7-C791-49D5-9570-9E0FF3D297A8}" destId="{A048BA4A-4A6B-4DB5-8458-3B2B3A96E190}" srcOrd="0" destOrd="0" presId="urn:microsoft.com/office/officeart/2005/8/layout/process1"/>
    <dgm:cxn modelId="{D7CEFC2E-20A0-4B40-9306-4E64CAA6DC47}" type="presOf" srcId="{D8075C1F-1DCA-48D5-9263-70A291B96EC0}" destId="{53FEFAE3-1069-4DCF-8DFF-98E99ECF1315}" srcOrd="0" destOrd="0" presId="urn:microsoft.com/office/officeart/2005/8/layout/process1"/>
    <dgm:cxn modelId="{D7ABAAEC-CD7B-4AB3-8491-FF838A7FE4E1}" srcId="{5C88CA32-DFE3-4ECA-8701-41547451F455}" destId="{EE227E63-6555-40DB-80D6-73A3F19D4E98}" srcOrd="3" destOrd="0" parTransId="{71710DED-1CA7-4925-B580-A99AA508A988}" sibTransId="{23AA6681-8E12-46F2-96D2-8F81C89DD372}"/>
    <dgm:cxn modelId="{6A664BF9-A05A-43E4-BD76-A905C22D5086}" type="presOf" srcId="{544DE9B8-7403-4C0F-BD62-C97F1A25EE91}" destId="{35E88806-5E6A-487B-A72E-A6531C0C8701}" srcOrd="1" destOrd="0" presId="urn:microsoft.com/office/officeart/2005/8/layout/process1"/>
    <dgm:cxn modelId="{CB2510E0-AA5D-44C6-ABBD-DA6C1D46D6F8}" type="presOf" srcId="{439E26AB-94CF-4FDF-AFA8-AC1A326CD4B1}" destId="{513049A3-7215-46AF-92A3-34B967BD86C4}" srcOrd="1" destOrd="0" presId="urn:microsoft.com/office/officeart/2005/8/layout/process1"/>
    <dgm:cxn modelId="{DFEE1BA0-7772-4993-8D81-22151337919D}" type="presOf" srcId="{46EFB64C-B4BA-4116-9AFC-335818015CB8}" destId="{B5ABA14A-FC69-4BD7-97C6-B3557F27FE6B}" srcOrd="1" destOrd="0" presId="urn:microsoft.com/office/officeart/2005/8/layout/process1"/>
    <dgm:cxn modelId="{2FFA053D-5534-46F6-970D-F5C712367FE4}" type="presOf" srcId="{EE227E63-6555-40DB-80D6-73A3F19D4E98}" destId="{DF34AB6E-2EC4-415E-8459-28D606304006}" srcOrd="0" destOrd="0" presId="urn:microsoft.com/office/officeart/2005/8/layout/process1"/>
    <dgm:cxn modelId="{F52F4B48-8A26-401B-9C84-CE993E9832DD}" type="presParOf" srcId="{701EFFED-4602-48B0-9248-459B2A1C95D1}" destId="{A048BA4A-4A6B-4DB5-8458-3B2B3A96E190}" srcOrd="0" destOrd="0" presId="urn:microsoft.com/office/officeart/2005/8/layout/process1"/>
    <dgm:cxn modelId="{AF618B71-AEB1-48B3-84B3-2700800E14C0}" type="presParOf" srcId="{701EFFED-4602-48B0-9248-459B2A1C95D1}" destId="{FA11AFE3-9A5E-49CE-B6B9-3DD0B0B18CAF}" srcOrd="1" destOrd="0" presId="urn:microsoft.com/office/officeart/2005/8/layout/process1"/>
    <dgm:cxn modelId="{9A8D3CA3-BA2B-4FC8-B7B4-E949154A01C9}" type="presParOf" srcId="{FA11AFE3-9A5E-49CE-B6B9-3DD0B0B18CAF}" destId="{35E88806-5E6A-487B-A72E-A6531C0C8701}" srcOrd="0" destOrd="0" presId="urn:microsoft.com/office/officeart/2005/8/layout/process1"/>
    <dgm:cxn modelId="{B1AE587E-6EDA-4941-9224-2F39B52957AE}" type="presParOf" srcId="{701EFFED-4602-48B0-9248-459B2A1C95D1}" destId="{3F4230BF-C95C-4636-81C3-C10B04E8837A}" srcOrd="2" destOrd="0" presId="urn:microsoft.com/office/officeart/2005/8/layout/process1"/>
    <dgm:cxn modelId="{8CE6D32D-0E3B-4A4C-9B92-852CFD3CF540}" type="presParOf" srcId="{701EFFED-4602-48B0-9248-459B2A1C95D1}" destId="{F91CDC53-D12C-4F05-9B4F-C5F33873BFA2}" srcOrd="3" destOrd="0" presId="urn:microsoft.com/office/officeart/2005/8/layout/process1"/>
    <dgm:cxn modelId="{B6D9E546-E23D-4BB8-9187-DCCA9281B388}" type="presParOf" srcId="{F91CDC53-D12C-4F05-9B4F-C5F33873BFA2}" destId="{B5ABA14A-FC69-4BD7-97C6-B3557F27FE6B}" srcOrd="0" destOrd="0" presId="urn:microsoft.com/office/officeart/2005/8/layout/process1"/>
    <dgm:cxn modelId="{BC0878C3-BE68-4584-8BE7-664468E0710B}" type="presParOf" srcId="{701EFFED-4602-48B0-9248-459B2A1C95D1}" destId="{379A753A-BC73-49CE-BC6C-CB2C74883080}" srcOrd="4" destOrd="0" presId="urn:microsoft.com/office/officeart/2005/8/layout/process1"/>
    <dgm:cxn modelId="{A08D793F-DE5B-49F1-81CF-934C152A81C1}" type="presParOf" srcId="{701EFFED-4602-48B0-9248-459B2A1C95D1}" destId="{06E92973-4DD1-4E1F-8F88-3AFD8470B852}" srcOrd="5" destOrd="0" presId="urn:microsoft.com/office/officeart/2005/8/layout/process1"/>
    <dgm:cxn modelId="{F47007EB-E47B-4A17-95F4-C1375A1ED1B5}" type="presParOf" srcId="{06E92973-4DD1-4E1F-8F88-3AFD8470B852}" destId="{513049A3-7215-46AF-92A3-34B967BD86C4}" srcOrd="0" destOrd="0" presId="urn:microsoft.com/office/officeart/2005/8/layout/process1"/>
    <dgm:cxn modelId="{0C795612-C3BC-4138-A928-C3A5B6A89633}" type="presParOf" srcId="{701EFFED-4602-48B0-9248-459B2A1C95D1}" destId="{DF34AB6E-2EC4-415E-8459-28D606304006}" srcOrd="6" destOrd="0" presId="urn:microsoft.com/office/officeart/2005/8/layout/process1"/>
    <dgm:cxn modelId="{56167A5F-8B9C-4176-8394-A6DCFADB2475}" type="presParOf" srcId="{701EFFED-4602-48B0-9248-459B2A1C95D1}" destId="{2AA2D61B-410D-42A9-ACC9-42C3007AB36E}" srcOrd="7" destOrd="0" presId="urn:microsoft.com/office/officeart/2005/8/layout/process1"/>
    <dgm:cxn modelId="{02318C59-50D8-46CE-9A5D-CCE0CBDE84A5}" type="presParOf" srcId="{2AA2D61B-410D-42A9-ACC9-42C3007AB36E}" destId="{27177930-4D8C-42C2-887D-5FBF7BC9E755}" srcOrd="0" destOrd="0" presId="urn:microsoft.com/office/officeart/2005/8/layout/process1"/>
    <dgm:cxn modelId="{286CAC79-0AF8-4F6C-997C-C744324D2FB1}" type="presParOf" srcId="{701EFFED-4602-48B0-9248-459B2A1C95D1}" destId="{53FEFAE3-1069-4DCF-8DFF-98E99ECF1315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1058991" cy="3313289"/>
        <a:chOff x="0" y="0"/>
        <a:chExt cx="11058991" cy="3313289"/>
      </a:xfrm>
    </dsp:grpSpPr>
    <dsp:sp modelId="{A048BA4A-4A6B-4DB5-8458-3B2B3A96E190}">
      <dsp:nvSpPr>
        <dsp:cNvPr id="3" name="圆角矩形 2"/>
        <dsp:cNvSpPr/>
      </dsp:nvSpPr>
      <dsp:spPr bwMode="white">
        <a:xfrm>
          <a:off x="0" y="1153963"/>
          <a:ext cx="1675605" cy="100536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dirty="0" smtClean="0">
              <a:latin typeface="微软雅黑" panose="020B0503020204020204" charset="-122"/>
              <a:ea typeface="微软雅黑" panose="020B0503020204020204" charset="-122"/>
            </a:rPr>
            <a:t>一般是用数组模拟大数的运算</a:t>
          </a:r>
          <a:endParaRPr lang="zh-CN" altLang="en-US" sz="1600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0" y="1153963"/>
        <a:ext cx="1675605" cy="1005363"/>
      </dsp:txXfrm>
    </dsp:sp>
    <dsp:sp modelId="{FA11AFE3-9A5E-49CE-B6B9-3DD0B0B18CAF}">
      <dsp:nvSpPr>
        <dsp:cNvPr id="4" name="右箭头 3"/>
        <dsp:cNvSpPr/>
      </dsp:nvSpPr>
      <dsp:spPr bwMode="white">
        <a:xfrm>
          <a:off x="1833112" y="1448870"/>
          <a:ext cx="355228" cy="415550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1833112" y="1448870"/>
        <a:ext cx="355228" cy="415550"/>
      </dsp:txXfrm>
    </dsp:sp>
    <dsp:sp modelId="{3F4230BF-C95C-4636-81C3-C10B04E8837A}">
      <dsp:nvSpPr>
        <dsp:cNvPr id="5" name="圆角矩形 4"/>
        <dsp:cNvSpPr/>
      </dsp:nvSpPr>
      <dsp:spPr bwMode="white">
        <a:xfrm>
          <a:off x="2345847" y="1153963"/>
          <a:ext cx="1675605" cy="100536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dirty="0" smtClean="0">
              <a:latin typeface="微软雅黑" panose="020B0503020204020204" charset="-122"/>
              <a:ea typeface="微软雅黑" panose="020B0503020204020204" charset="-122"/>
            </a:rPr>
            <a:t>开一个比较大的整型数组</a:t>
          </a:r>
          <a:endParaRPr lang="zh-CN" altLang="en-US" sz="1600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2345847" y="1153963"/>
        <a:ext cx="1675605" cy="1005363"/>
      </dsp:txXfrm>
    </dsp:sp>
    <dsp:sp modelId="{F91CDC53-D12C-4F05-9B4F-C5F33873BFA2}">
      <dsp:nvSpPr>
        <dsp:cNvPr id="6" name="右箭头 5"/>
        <dsp:cNvSpPr/>
      </dsp:nvSpPr>
      <dsp:spPr bwMode="white">
        <a:xfrm>
          <a:off x="4178958" y="1448870"/>
          <a:ext cx="355228" cy="415550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4178958" y="1448870"/>
        <a:ext cx="355228" cy="415550"/>
      </dsp:txXfrm>
    </dsp:sp>
    <dsp:sp modelId="{379A753A-BC73-49CE-BC6C-CB2C74883080}">
      <dsp:nvSpPr>
        <dsp:cNvPr id="7" name="圆角矩形 6"/>
        <dsp:cNvSpPr/>
      </dsp:nvSpPr>
      <dsp:spPr bwMode="white">
        <a:xfrm>
          <a:off x="4691693" y="1153963"/>
          <a:ext cx="1675605" cy="100536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dirty="0" smtClean="0">
              <a:latin typeface="微软雅黑" panose="020B0503020204020204" charset="-122"/>
              <a:ea typeface="微软雅黑" panose="020B0503020204020204" charset="-122"/>
            </a:rPr>
            <a:t>数组的元素代表大数的某一位</a:t>
          </a:r>
          <a:endParaRPr lang="zh-CN" altLang="en-US" sz="1600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4691693" y="1153963"/>
        <a:ext cx="1675605" cy="1005363"/>
      </dsp:txXfrm>
    </dsp:sp>
    <dsp:sp modelId="{06E92973-4DD1-4E1F-8F88-3AFD8470B852}">
      <dsp:nvSpPr>
        <dsp:cNvPr id="8" name="右箭头 7"/>
        <dsp:cNvSpPr/>
      </dsp:nvSpPr>
      <dsp:spPr bwMode="white">
        <a:xfrm>
          <a:off x="6524805" y="1448870"/>
          <a:ext cx="355228" cy="415550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6524805" y="1448870"/>
        <a:ext cx="355228" cy="415550"/>
      </dsp:txXfrm>
    </dsp:sp>
    <dsp:sp modelId="{DF34AB6E-2EC4-415E-8459-28D606304006}">
      <dsp:nvSpPr>
        <dsp:cNvPr id="9" name="圆角矩形 8"/>
        <dsp:cNvSpPr/>
      </dsp:nvSpPr>
      <dsp:spPr bwMode="white">
        <a:xfrm>
          <a:off x="7037540" y="1153963"/>
          <a:ext cx="1675605" cy="100536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dirty="0" smtClean="0">
              <a:latin typeface="微软雅黑" panose="020B0503020204020204" charset="-122"/>
              <a:ea typeface="微软雅黑" panose="020B0503020204020204" charset="-122"/>
              <a:sym typeface="+mn-ea"/>
            </a:rPr>
            <a:t>通过数组元素的运算模拟大数的运算</a:t>
          </a:r>
          <a:endParaRPr lang="zh-CN" altLang="en-US" sz="1600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7037540" y="1153963"/>
        <a:ext cx="1675605" cy="1005363"/>
      </dsp:txXfrm>
    </dsp:sp>
    <dsp:sp modelId="{2AA2D61B-410D-42A9-ACC9-42C3007AB36E}">
      <dsp:nvSpPr>
        <dsp:cNvPr id="10" name="右箭头 9"/>
        <dsp:cNvSpPr/>
      </dsp:nvSpPr>
      <dsp:spPr bwMode="white">
        <a:xfrm>
          <a:off x="8870651" y="1448870"/>
          <a:ext cx="355228" cy="415550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60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8870651" y="1448870"/>
        <a:ext cx="355228" cy="415550"/>
      </dsp:txXfrm>
    </dsp:sp>
    <dsp:sp modelId="{53FEFAE3-1069-4DCF-8DFF-98E99ECF1315}">
      <dsp:nvSpPr>
        <dsp:cNvPr id="11" name="圆角矩形 10"/>
        <dsp:cNvSpPr/>
      </dsp:nvSpPr>
      <dsp:spPr bwMode="white">
        <a:xfrm>
          <a:off x="9383386" y="1153963"/>
          <a:ext cx="1675605" cy="100536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60960" tIns="60960" rIns="60960" bIns="609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dirty="0" smtClean="0">
              <a:latin typeface="微软雅黑" panose="020B0503020204020204" charset="-122"/>
              <a:ea typeface="微软雅黑" panose="020B0503020204020204" charset="-122"/>
              <a:sym typeface="+mn-ea"/>
            </a:rPr>
            <a:t>最后将代表大数的数组输出</a:t>
          </a:r>
          <a:endParaRPr lang="zh-CN" altLang="en-US" sz="1600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9383386" y="1153963"/>
        <a:ext cx="1675605" cy="10053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1193780" cy="2150110"/>
        <a:chOff x="0" y="0"/>
        <a:chExt cx="11193780" cy="2150110"/>
      </a:xfrm>
    </dsp:grpSpPr>
    <dsp:sp modelId="{A048BA4A-4A6B-4DB5-8458-3B2B3A96E190}">
      <dsp:nvSpPr>
        <dsp:cNvPr id="3" name="圆角矩形 2"/>
        <dsp:cNvSpPr/>
      </dsp:nvSpPr>
      <dsp:spPr bwMode="white">
        <a:xfrm>
          <a:off x="0" y="566247"/>
          <a:ext cx="1696027" cy="1017616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rPr>
            <a:t>字符串输入</a:t>
          </a:r>
          <a:endParaRPr lang="zh-CN" altLang="en-US" sz="1800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0" y="566247"/>
        <a:ext cx="1696027" cy="1017616"/>
      </dsp:txXfrm>
    </dsp:sp>
    <dsp:sp modelId="{FA11AFE3-9A5E-49CE-B6B9-3DD0B0B18CAF}">
      <dsp:nvSpPr>
        <dsp:cNvPr id="4" name="右箭头 3"/>
        <dsp:cNvSpPr/>
      </dsp:nvSpPr>
      <dsp:spPr bwMode="white">
        <a:xfrm>
          <a:off x="1855454" y="864748"/>
          <a:ext cx="359558" cy="420615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1855454" y="864748"/>
        <a:ext cx="359558" cy="420615"/>
      </dsp:txXfrm>
    </dsp:sp>
    <dsp:sp modelId="{3F4230BF-C95C-4636-81C3-C10B04E8837A}">
      <dsp:nvSpPr>
        <dsp:cNvPr id="5" name="圆角矩形 4"/>
        <dsp:cNvSpPr/>
      </dsp:nvSpPr>
      <dsp:spPr bwMode="white">
        <a:xfrm>
          <a:off x="2374438" y="566247"/>
          <a:ext cx="1696027" cy="1017616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转换成对应的整数数组并倒序存储</a:t>
          </a:r>
        </a:p>
      </dsp:txBody>
      <dsp:txXfrm>
        <a:off x="2374438" y="566247"/>
        <a:ext cx="1696027" cy="1017616"/>
      </dsp:txXfrm>
    </dsp:sp>
    <dsp:sp modelId="{F91CDC53-D12C-4F05-9B4F-C5F33873BFA2}">
      <dsp:nvSpPr>
        <dsp:cNvPr id="6" name="右箭头 5"/>
        <dsp:cNvSpPr/>
      </dsp:nvSpPr>
      <dsp:spPr bwMode="white">
        <a:xfrm>
          <a:off x="4229892" y="864748"/>
          <a:ext cx="359558" cy="420615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4229892" y="864748"/>
        <a:ext cx="359558" cy="420615"/>
      </dsp:txXfrm>
    </dsp:sp>
    <dsp:sp modelId="{379A753A-BC73-49CE-BC6C-CB2C74883080}">
      <dsp:nvSpPr>
        <dsp:cNvPr id="7" name="圆角矩形 6"/>
        <dsp:cNvSpPr/>
      </dsp:nvSpPr>
      <dsp:spPr bwMode="white">
        <a:xfrm>
          <a:off x="4748876" y="566247"/>
          <a:ext cx="1696027" cy="1017616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相加及进位</a:t>
          </a:r>
        </a:p>
      </dsp:txBody>
      <dsp:txXfrm>
        <a:off x="4748876" y="566247"/>
        <a:ext cx="1696027" cy="1017616"/>
      </dsp:txXfrm>
    </dsp:sp>
    <dsp:sp modelId="{06E92973-4DD1-4E1F-8F88-3AFD8470B852}">
      <dsp:nvSpPr>
        <dsp:cNvPr id="8" name="右箭头 7"/>
        <dsp:cNvSpPr/>
      </dsp:nvSpPr>
      <dsp:spPr bwMode="white">
        <a:xfrm>
          <a:off x="6604330" y="864748"/>
          <a:ext cx="359558" cy="420615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6604330" y="864748"/>
        <a:ext cx="359558" cy="420615"/>
      </dsp:txXfrm>
    </dsp:sp>
    <dsp:sp modelId="{DF34AB6E-2EC4-415E-8459-28D606304006}">
      <dsp:nvSpPr>
        <dsp:cNvPr id="9" name="圆角矩形 8"/>
        <dsp:cNvSpPr/>
      </dsp:nvSpPr>
      <dsp:spPr bwMode="white">
        <a:xfrm>
          <a:off x="7123315" y="566247"/>
          <a:ext cx="1696027" cy="1017616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倒序输出最后结果</a:t>
          </a:r>
        </a:p>
      </dsp:txBody>
      <dsp:txXfrm>
        <a:off x="7123315" y="566247"/>
        <a:ext cx="1696027" cy="1017616"/>
      </dsp:txXfrm>
    </dsp:sp>
    <dsp:sp modelId="{2AA2D61B-410D-42A9-ACC9-42C3007AB36E}">
      <dsp:nvSpPr>
        <dsp:cNvPr id="10" name="右箭头 9"/>
        <dsp:cNvSpPr/>
      </dsp:nvSpPr>
      <dsp:spPr bwMode="white">
        <a:xfrm>
          <a:off x="8978768" y="864748"/>
          <a:ext cx="359558" cy="420615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8978768" y="864748"/>
        <a:ext cx="359558" cy="420615"/>
      </dsp:txXfrm>
    </dsp:sp>
    <dsp:sp modelId="{53FEFAE3-1069-4DCF-8DFF-98E99ECF1315}">
      <dsp:nvSpPr>
        <dsp:cNvPr id="11" name="圆角矩形 10"/>
        <dsp:cNvSpPr/>
      </dsp:nvSpPr>
      <dsp:spPr bwMode="white">
        <a:xfrm>
          <a:off x="9497753" y="566247"/>
          <a:ext cx="1696027" cy="1017616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搞定！！！</a:t>
          </a:r>
        </a:p>
      </dsp:txBody>
      <dsp:txXfrm>
        <a:off x="9497753" y="566247"/>
        <a:ext cx="1696027" cy="10176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1108055" cy="2671445"/>
        <a:chOff x="0" y="0"/>
        <a:chExt cx="11108055" cy="2671445"/>
      </a:xfrm>
    </dsp:grpSpPr>
    <dsp:sp modelId="{A048BA4A-4A6B-4DB5-8458-3B2B3A96E190}">
      <dsp:nvSpPr>
        <dsp:cNvPr id="3" name="圆角矩形 2"/>
        <dsp:cNvSpPr/>
      </dsp:nvSpPr>
      <dsp:spPr bwMode="white">
        <a:xfrm>
          <a:off x="0" y="830811"/>
          <a:ext cx="1683039" cy="10098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rPr>
            <a:t>字符串输入</a:t>
          </a:r>
          <a:endParaRPr lang="zh-CN" altLang="en-US" sz="1800" dirty="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0" y="830811"/>
        <a:ext cx="1683039" cy="1009823"/>
      </dsp:txXfrm>
    </dsp:sp>
    <dsp:sp modelId="{FA11AFE3-9A5E-49CE-B6B9-3DD0B0B18CAF}">
      <dsp:nvSpPr>
        <dsp:cNvPr id="4" name="右箭头 3"/>
        <dsp:cNvSpPr/>
      </dsp:nvSpPr>
      <dsp:spPr bwMode="white">
        <a:xfrm>
          <a:off x="1841244" y="1127026"/>
          <a:ext cx="356804" cy="417394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1841244" y="1127026"/>
        <a:ext cx="356804" cy="417394"/>
      </dsp:txXfrm>
    </dsp:sp>
    <dsp:sp modelId="{3F4230BF-C95C-4636-81C3-C10B04E8837A}">
      <dsp:nvSpPr>
        <dsp:cNvPr id="5" name="圆角矩形 4"/>
        <dsp:cNvSpPr/>
      </dsp:nvSpPr>
      <dsp:spPr bwMode="white">
        <a:xfrm>
          <a:off x="2356254" y="830811"/>
          <a:ext cx="1683039" cy="10098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转换成对应的整数数组并倒序存储</a:t>
          </a:r>
        </a:p>
      </dsp:txBody>
      <dsp:txXfrm>
        <a:off x="2356254" y="830811"/>
        <a:ext cx="1683039" cy="1009823"/>
      </dsp:txXfrm>
    </dsp:sp>
    <dsp:sp modelId="{F91CDC53-D12C-4F05-9B4F-C5F33873BFA2}">
      <dsp:nvSpPr>
        <dsp:cNvPr id="6" name="右箭头 5"/>
        <dsp:cNvSpPr/>
      </dsp:nvSpPr>
      <dsp:spPr bwMode="white">
        <a:xfrm>
          <a:off x="4197498" y="1127026"/>
          <a:ext cx="356804" cy="417394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4197498" y="1127026"/>
        <a:ext cx="356804" cy="417394"/>
      </dsp:txXfrm>
    </dsp:sp>
    <dsp:sp modelId="{379A753A-BC73-49CE-BC6C-CB2C74883080}">
      <dsp:nvSpPr>
        <dsp:cNvPr id="7" name="圆角矩形 6"/>
        <dsp:cNvSpPr/>
      </dsp:nvSpPr>
      <dsp:spPr bwMode="white">
        <a:xfrm>
          <a:off x="4712508" y="830811"/>
          <a:ext cx="1683039" cy="10098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相减及借位</a:t>
          </a:r>
        </a:p>
      </dsp:txBody>
      <dsp:txXfrm>
        <a:off x="4712508" y="830811"/>
        <a:ext cx="1683039" cy="1009823"/>
      </dsp:txXfrm>
    </dsp:sp>
    <dsp:sp modelId="{06E92973-4DD1-4E1F-8F88-3AFD8470B852}">
      <dsp:nvSpPr>
        <dsp:cNvPr id="8" name="右箭头 7"/>
        <dsp:cNvSpPr/>
      </dsp:nvSpPr>
      <dsp:spPr bwMode="white">
        <a:xfrm>
          <a:off x="6553752" y="1127026"/>
          <a:ext cx="356804" cy="417394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6553752" y="1127026"/>
        <a:ext cx="356804" cy="417394"/>
      </dsp:txXfrm>
    </dsp:sp>
    <dsp:sp modelId="{DF34AB6E-2EC4-415E-8459-28D606304006}">
      <dsp:nvSpPr>
        <dsp:cNvPr id="9" name="圆角矩形 8"/>
        <dsp:cNvSpPr/>
      </dsp:nvSpPr>
      <dsp:spPr bwMode="white">
        <a:xfrm>
          <a:off x="7068762" y="830811"/>
          <a:ext cx="1683039" cy="10098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倒序输出最后结果</a:t>
          </a:r>
        </a:p>
      </dsp:txBody>
      <dsp:txXfrm>
        <a:off x="7068762" y="830811"/>
        <a:ext cx="1683039" cy="1009823"/>
      </dsp:txXfrm>
    </dsp:sp>
    <dsp:sp modelId="{2AA2D61B-410D-42A9-ACC9-42C3007AB36E}">
      <dsp:nvSpPr>
        <dsp:cNvPr id="10" name="右箭头 9"/>
        <dsp:cNvSpPr/>
      </dsp:nvSpPr>
      <dsp:spPr bwMode="white">
        <a:xfrm>
          <a:off x="8910007" y="1127026"/>
          <a:ext cx="356804" cy="417394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>
            <a:latin typeface="微软雅黑" panose="020B0503020204020204" charset="-122"/>
            <a:ea typeface="微软雅黑" panose="020B0503020204020204" charset="-122"/>
          </a:endParaRPr>
        </a:p>
      </dsp:txBody>
      <dsp:txXfrm>
        <a:off x="8910007" y="1127026"/>
        <a:ext cx="356804" cy="417394"/>
      </dsp:txXfrm>
    </dsp:sp>
    <dsp:sp modelId="{53FEFAE3-1069-4DCF-8DFF-98E99ECF1315}">
      <dsp:nvSpPr>
        <dsp:cNvPr id="11" name="圆角矩形 10"/>
        <dsp:cNvSpPr/>
      </dsp:nvSpPr>
      <dsp:spPr bwMode="white">
        <a:xfrm>
          <a:off x="9425016" y="830811"/>
          <a:ext cx="1683039" cy="100982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 smtClean="0">
              <a:latin typeface="微软雅黑" panose="020B0503020204020204" charset="-122"/>
              <a:ea typeface="微软雅黑" panose="020B0503020204020204" charset="-122"/>
            </a:rPr>
            <a:t>搞定！！！</a:t>
          </a:r>
        </a:p>
      </dsp:txBody>
      <dsp:txXfrm>
        <a:off x="9425016" y="830811"/>
        <a:ext cx="1683039" cy="10098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diagramData" Target="../diagrams/data3.xml"/><Relationship Id="rId8" Type="http://schemas.openxmlformats.org/officeDocument/2006/relationships/tags" Target="../tags/tag10.xml"/><Relationship Id="rId7" Type="http://schemas.microsoft.com/office/2007/relationships/diagramDrawing" Target="../diagrams/drawing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3" Type="http://schemas.openxmlformats.org/officeDocument/2006/relationships/diagramData" Target="../diagrams/data2.xml"/><Relationship Id="rId2" Type="http://schemas.openxmlformats.org/officeDocument/2006/relationships/tags" Target="../tags/tag9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1.xml"/><Relationship Id="rId13" Type="http://schemas.microsoft.com/office/2007/relationships/diagramDrawing" Target="../diagrams/drawing3.xml"/><Relationship Id="rId12" Type="http://schemas.openxmlformats.org/officeDocument/2006/relationships/diagramColors" Target="../diagrams/colors3.xml"/><Relationship Id="rId11" Type="http://schemas.openxmlformats.org/officeDocument/2006/relationships/diagramQuickStyle" Target="../diagrams/quickStyle3.xml"/><Relationship Id="rId10" Type="http://schemas.openxmlformats.org/officeDocument/2006/relationships/diagramLayout" Target="../diagrams/layout3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680845" y="1257935"/>
            <a:ext cx="8663305" cy="2948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大数：指计算的</a:t>
            </a:r>
            <a:r>
              <a:rPr lang="zh-CN" altLang="en-US">
                <a:solidFill>
                  <a:srgbClr val="FF0000"/>
                </a:solidFill>
              </a:rPr>
              <a:t>数值非常大</a:t>
            </a:r>
            <a:r>
              <a:rPr lang="zh-CN" altLang="en-US"/>
              <a:t>或者对运算的</a:t>
            </a:r>
            <a:r>
              <a:rPr lang="zh-CN" altLang="en-US">
                <a:solidFill>
                  <a:srgbClr val="FF0000"/>
                </a:solidFill>
              </a:rPr>
              <a:t>精度要求非常高</a:t>
            </a:r>
            <a:r>
              <a:rPr lang="zh-CN" altLang="en-US"/>
              <a:t>，用已知的数据类型无法精确表示的数值。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例如：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求Fibonacci数列的第1000个数。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计算π到小数点后第2000位。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现有基本数据类型存不下，无法计算。。。。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图示 5"/>
          <p:cNvGraphicFramePr/>
          <p:nvPr>
            <p:custDataLst>
              <p:tags r:id="rId1"/>
            </p:custDataLst>
          </p:nvPr>
        </p:nvGraphicFramePr>
        <p:xfrm>
          <a:off x="628400" y="1629128"/>
          <a:ext cx="11058991" cy="3313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矩形 18"/>
          <p:cNvSpPr/>
          <p:nvPr>
            <p:custDataLst>
              <p:tags r:id="rId7"/>
            </p:custDataLst>
          </p:nvPr>
        </p:nvSpPr>
        <p:spPr>
          <a:xfrm>
            <a:off x="4488322" y="712536"/>
            <a:ext cx="244169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p>
            <a:pPr algn="ctr"/>
            <a:r>
              <a:rPr lang="zh-CN" altLang="en-US" sz="4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解决方法</a:t>
            </a:r>
            <a:endParaRPr lang="zh-CN" altLang="en-US" sz="4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4690" y="5026025"/>
            <a:ext cx="49047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总结：该问题属于</a:t>
            </a:r>
            <a:r>
              <a:rPr lang="zh-CN" altLang="en-US">
                <a:solidFill>
                  <a:srgbClr val="FF0000"/>
                </a:solidFill>
              </a:rPr>
              <a:t>模拟题</a:t>
            </a:r>
            <a:r>
              <a:rPr lang="zh-CN" altLang="en-US"/>
              <a:t>。用一个数组保存一个数字的每一位，然后</a:t>
            </a:r>
            <a:r>
              <a:rPr lang="zh-CN" altLang="en-US">
                <a:solidFill>
                  <a:srgbClr val="FF0000"/>
                </a:solidFill>
              </a:rPr>
              <a:t>模拟</a:t>
            </a:r>
            <a:r>
              <a:rPr lang="zh-CN" altLang="en-US"/>
              <a:t>加减的</a:t>
            </a:r>
            <a:r>
              <a:rPr lang="zh-CN" altLang="en-US">
                <a:solidFill>
                  <a:srgbClr val="FF0000"/>
                </a:solidFill>
              </a:rPr>
              <a:t>竖式运算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613348" y="451959"/>
            <a:ext cx="7069455" cy="64516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lIns="91440" tIns="45720" rIns="91440" bIns="45720">
            <a:spAutoFit/>
          </a:bodyPr>
          <a:p>
            <a:pPr algn="ctr"/>
            <a:r>
              <a:rPr lang="zh-CN" altLang="en-US" sz="3600" b="1" cap="none" spc="0" dirty="0">
                <a:ln w="0"/>
                <a:solidFill>
                  <a:schemeClr val="bg1"/>
                </a:solidFill>
                <a:latin typeface="邯郸-郭灵霞灵芝体" panose="02010601030101010101" pitchFamily="2" charset="-122"/>
                <a:ea typeface="邯郸-郭灵霞灵芝体" panose="02010601030101010101" pitchFamily="2" charset="-122"/>
              </a:rPr>
              <a:t>大整数计算中需要处理好几个问题</a:t>
            </a:r>
            <a:endParaRPr lang="zh-CN" altLang="en-US" sz="3600" b="1" cap="none" spc="0" dirty="0">
              <a:ln w="0"/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191578" y="1598195"/>
            <a:ext cx="10572125" cy="3784600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indent="0">
              <a:lnSpc>
                <a:spcPct val="200000"/>
              </a:lnSpc>
              <a:buFont typeface="+mj-lt"/>
              <a:buNone/>
            </a:pPr>
            <a:r>
              <a:rPr lang="en-US" altLang="zh-CN" sz="2400" dirty="0" smtClean="0"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的输入方法和存储方法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200000"/>
              </a:lnSpc>
              <a:buFont typeface="+mj-lt"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输入：字符串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存储：数组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200000"/>
              </a:lnSpc>
              <a:buFont typeface="+mj-lt"/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大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整数位数的确定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200000"/>
              </a:lnSpc>
              <a:buFont typeface="+mj-lt"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字符串长度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indent="0">
              <a:lnSpc>
                <a:spcPct val="200000"/>
              </a:lnSpc>
              <a:buFont typeface="+mj-lt"/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2400" dirty="0" smtClean="0">
                <a:latin typeface="微软雅黑" panose="020B0503020204020204" charset="-122"/>
                <a:ea typeface="微软雅黑" panose="020B0503020204020204" charset="-122"/>
              </a:rPr>
              <a:t>模拟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过程：进位，借位处理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5920" y="181610"/>
            <a:ext cx="1250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加法为例</a:t>
            </a:r>
            <a:endParaRPr lang="zh-C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768985" y="1441450"/>
            <a:ext cx="4384040" cy="4787265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>
            <a:no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方法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1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：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c[</a:t>
            </a:r>
            <a:r>
              <a:rPr lang="en-US" altLang="zh-CN" sz="2400" b="1" dirty="0" err="1" smtClean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i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] = a[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i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] +b[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i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] + x ;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if (c[</a:t>
            </a:r>
            <a:r>
              <a:rPr lang="en-US" altLang="zh-CN" sz="2400" b="1" dirty="0" err="1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i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] &gt;= 10) {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	//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x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记录进位的值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  <a:p>
            <a:pPr marL="457200" lvl="1" indent="457200"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x=1;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  <a:p>
            <a:pPr marL="457200" lvl="1" indent="457200"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c[i]-=10;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}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else x=0;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7184390" y="1441450"/>
            <a:ext cx="3347720" cy="4516120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>
            <a:no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方法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2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：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c[</a:t>
            </a:r>
            <a:r>
              <a:rPr lang="en-US" altLang="zh-CN" sz="2400" b="1" dirty="0" err="1" smtClean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i</a:t>
            </a: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] = a[</a:t>
            </a:r>
            <a:r>
              <a:rPr lang="en-US" altLang="zh-CN" sz="2400" b="1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i</a:t>
            </a: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] +b[</a:t>
            </a:r>
            <a:r>
              <a:rPr lang="en-US" altLang="zh-CN" sz="2400" b="1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i</a:t>
            </a: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] ;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if (c[</a:t>
            </a:r>
            <a:r>
              <a:rPr lang="en-US" altLang="zh-CN" sz="2400" b="1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i</a:t>
            </a: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] &gt;= 10) {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	c[</a:t>
            </a:r>
            <a:r>
              <a:rPr lang="en-US" altLang="zh-CN" sz="2400" b="1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i</a:t>
            </a: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 + 1]++;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  <a:p>
            <a:pPr marL="457200" lvl="1" indent="457200">
              <a:lnSpc>
                <a:spcPct val="150000"/>
              </a:lnSpc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c[i]-=10;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}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68985" y="242570"/>
            <a:ext cx="1250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加法为例</a:t>
            </a:r>
            <a:endParaRPr lang="zh-CN" altLang="en-US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838200" y="181610"/>
            <a:ext cx="1250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加法为例</a:t>
            </a:r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graphicFrame>
        <p:nvGraphicFramePr>
          <p:cNvPr id="12" name="图示 11"/>
          <p:cNvGraphicFramePr/>
          <p:nvPr>
            <p:custDataLst>
              <p:tags r:id="rId2"/>
            </p:custDataLst>
          </p:nvPr>
        </p:nvGraphicFramePr>
        <p:xfrm>
          <a:off x="742950" y="796925"/>
          <a:ext cx="11193780" cy="2150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图示 3"/>
          <p:cNvGraphicFramePr/>
          <p:nvPr>
            <p:custDataLst>
              <p:tags r:id="rId8"/>
            </p:custDataLst>
          </p:nvPr>
        </p:nvGraphicFramePr>
        <p:xfrm>
          <a:off x="742315" y="3326130"/>
          <a:ext cx="11108055" cy="26714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5" name="文本框 4"/>
          <p:cNvSpPr txBox="1"/>
          <p:nvPr>
            <p:custDataLst>
              <p:tags r:id="rId14"/>
            </p:custDataLst>
          </p:nvPr>
        </p:nvSpPr>
        <p:spPr>
          <a:xfrm>
            <a:off x="742315" y="3326130"/>
            <a:ext cx="1250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减法为例</a:t>
            </a:r>
            <a:endParaRPr lang="zh-CN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1433143" y="868809"/>
            <a:ext cx="10263673" cy="4523105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p>
            <a:pPr indent="0">
              <a:buFont typeface="+mj-lt"/>
              <a:buNone/>
            </a:pPr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减法需要注意：</a:t>
            </a:r>
            <a:endParaRPr lang="en-US" altLang="zh-CN" sz="3600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altLang="zh-CN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a</a:t>
            </a:r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与</a:t>
            </a:r>
            <a:r>
              <a:rPr lang="en-US" altLang="zh-CN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b</a:t>
            </a:r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之间的大小关系未知，结果可能为负！</a:t>
            </a:r>
            <a:endParaRPr lang="en-US" altLang="zh-CN" sz="3600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pPr marL="742950" indent="-742950">
              <a:buFont typeface="+mj-lt"/>
              <a:buAutoNum type="arabicPeriod"/>
            </a:pPr>
            <a:endParaRPr lang="en-US" altLang="zh-CN" sz="3600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pPr marL="742950" indent="-742950">
              <a:buFont typeface="+mj-lt"/>
              <a:buAutoNum type="arabicPeriod"/>
            </a:pPr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结果中前置位存在很多的</a:t>
            </a:r>
            <a:r>
              <a:rPr lang="en-US" altLang="zh-CN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0</a:t>
            </a:r>
            <a:endParaRPr lang="en-US" altLang="zh-CN" sz="3600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pPr marL="742950" indent="-742950">
              <a:buFont typeface="+mj-lt"/>
              <a:buAutoNum type="arabicPeriod"/>
            </a:pPr>
            <a:endParaRPr lang="en-US" altLang="zh-CN" sz="3600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r>
              <a:rPr lang="en-US" altLang="zh-CN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Think about it</a:t>
            </a:r>
            <a:endParaRPr lang="en-US" altLang="zh-CN" sz="3600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r>
              <a:rPr lang="en-US" altLang="zh-CN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1006 – 1000 = 6</a:t>
            </a:r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（</a:t>
            </a:r>
            <a:r>
              <a:rPr lang="en-US" altLang="zh-CN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right</a:t>
            </a:r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）</a:t>
            </a:r>
            <a:endParaRPr lang="en-US" altLang="zh-CN" sz="3600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r>
              <a:rPr lang="en-US" altLang="zh-CN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1006 – 1000 = 0006</a:t>
            </a:r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（</a:t>
            </a:r>
            <a:r>
              <a:rPr lang="en-US" altLang="zh-CN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wrong</a:t>
            </a:r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）</a:t>
            </a:r>
            <a:endParaRPr lang="en-US" altLang="zh-CN" sz="3600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832485" y="535940"/>
            <a:ext cx="10937875" cy="5641975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>
            <a:noAutofit/>
          </a:bodyPr>
          <a:p>
            <a:pPr>
              <a:lnSpc>
                <a:spcPct val="250000"/>
              </a:lnSpc>
            </a:pPr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1.  a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与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b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之间的大小关系未知，结果可能为负</a:t>
            </a:r>
            <a:endParaRPr lang="en-US" altLang="zh-CN" b="1" dirty="0" smtClean="0"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先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对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a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和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b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进行大小关系的判断，保证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a &gt; b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进行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a – b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的减法过程。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判断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HanziPen SC" panose="03000300000000000000" charset="-122"/>
              </a:rPr>
              <a:t>过程中自行根据情况打印负号。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cs typeface="HanziPen SC" panose="03000300000000000000" charset="-122"/>
            </a:endParaRP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选择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合理的对象进行大小判断，和相应的数字转换存储。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pPr marL="457200" indent="-457200">
              <a:lnSpc>
                <a:spcPct val="250000"/>
              </a:lnSpc>
              <a:buFont typeface="Wingdings" panose="05000000000000000000" pitchFamily="2" charset="2"/>
              <a:buChar char="ü"/>
            </a:pP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2. </a:t>
            </a: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结果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中前置位存在很多的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0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zh-CN" b="1" dirty="0" smtClean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输出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前先进行前置位多余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0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的过滤。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（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00060789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）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98706000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找到第一个非零的数值，开始输出结果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pPr indent="0">
              <a:lnSpc>
                <a:spcPct val="250000"/>
              </a:lnSpc>
              <a:buFont typeface="Wingdings" panose="05000000000000000000" pitchFamily="2" charset="2"/>
              <a:buNone/>
            </a:pPr>
            <a:endParaRPr lang="en-US" altLang="zh-CN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80" name="文本框 1"/>
          <p:cNvSpPr txBox="1"/>
          <p:nvPr>
            <p:custDataLst>
              <p:tags r:id="rId1"/>
            </p:custDataLst>
          </p:nvPr>
        </p:nvSpPr>
        <p:spPr>
          <a:xfrm>
            <a:off x="1871028" y="855663"/>
            <a:ext cx="9129712" cy="544639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90204" pitchFamily="34" charset="0"/>
            </a:pPr>
            <a:r>
              <a:rPr lang="en-US" altLang="zh-CN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rPr>
              <a:t>		</a:t>
            </a:r>
            <a:r>
              <a:rPr lang="zh-CN" altLang="en-US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rPr>
              <a:t>   </a:t>
            </a:r>
            <a:r>
              <a:rPr lang="zh-CN" altLang="en-US" sz="6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rPr>
              <a:t>干货！！！！</a:t>
            </a:r>
            <a:endParaRPr lang="en-US" altLang="zh-CN" sz="6000">
              <a:solidFill>
                <a:schemeClr val="tx1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>
              <a:buFont typeface="Arial" panose="020B0604020202090204" pitchFamily="34" charset="0"/>
            </a:pPr>
            <a:r>
              <a:rPr lang="zh-CN" altLang="en-US"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rPr>
              <a:t>大家只要理解大数运算的原理即可，至于代码大家</a:t>
            </a:r>
            <a:endParaRPr lang="en-US" altLang="zh-CN" sz="3200">
              <a:solidFill>
                <a:schemeClr val="tx1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>
              <a:buFont typeface="Arial" panose="020B0604020202090204" pitchFamily="34" charset="0"/>
            </a:pPr>
            <a:r>
              <a:rPr lang="zh-CN" altLang="en-US"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rPr>
              <a:t>可以把大数运算的模版保存下来，遇到大数运算</a:t>
            </a:r>
            <a:endParaRPr lang="en-US" altLang="zh-CN" sz="3200">
              <a:solidFill>
                <a:schemeClr val="tx1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>
              <a:buFont typeface="Arial" panose="020B0604020202090204" pitchFamily="34" charset="0"/>
            </a:pPr>
            <a:r>
              <a:rPr lang="zh-CN" altLang="en-US"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rPr>
              <a:t>的题直接照着打就可以，因为代码是固定的！</a:t>
            </a:r>
            <a:endParaRPr lang="en-US" altLang="zh-CN" sz="3200">
              <a:solidFill>
                <a:schemeClr val="tx1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>
              <a:buFont typeface="Arial" panose="020B0604020202090204" pitchFamily="34" charset="0"/>
            </a:pPr>
            <a:endParaRPr lang="en-US" altLang="zh-CN" sz="3200">
              <a:solidFill>
                <a:schemeClr val="tx1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>
              <a:buFont typeface="Arial" panose="020B0604020202090204" pitchFamily="34" charset="0"/>
            </a:pPr>
            <a:r>
              <a:rPr lang="zh-CN" altLang="en-US"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rPr>
              <a:t>如果大家想要更快的打出大数运算，有兴趣的同学</a:t>
            </a:r>
            <a:endParaRPr lang="en-US" altLang="zh-CN" sz="3200">
              <a:solidFill>
                <a:schemeClr val="tx1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>
              <a:buFont typeface="Arial" panose="020B0604020202090204" pitchFamily="34" charset="0"/>
            </a:pPr>
            <a:r>
              <a:rPr lang="zh-CN" altLang="en-US"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rPr>
              <a:t>可以学习一下</a:t>
            </a:r>
            <a:r>
              <a:rPr lang="en-US" altLang="zh-CN" sz="320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</a:rPr>
              <a:t>Java</a:t>
            </a:r>
            <a:r>
              <a:rPr lang="zh-CN" altLang="en-US" sz="320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</a:rPr>
              <a:t>中的</a:t>
            </a:r>
            <a:r>
              <a:rPr lang="hr-HR" altLang="zh-CN" sz="320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</a:rPr>
              <a:t>BigInteger</a:t>
            </a:r>
            <a:r>
              <a:rPr lang="zh-CN" altLang="en-US" sz="320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</a:rPr>
              <a:t>（大数整型）和</a:t>
            </a:r>
            <a:r>
              <a:rPr lang="hr-HR" altLang="zh-CN" sz="320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</a:rPr>
              <a:t>BigDecimal</a:t>
            </a:r>
            <a:r>
              <a:rPr lang="zh-CN" altLang="en-US" sz="320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</a:rPr>
              <a:t>（大数浮点型）类</a:t>
            </a:r>
            <a:endParaRPr lang="en-US" altLang="zh-CN" sz="3200">
              <a:solidFill>
                <a:schemeClr val="tx1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>
              <a:buFont typeface="Arial" panose="020B0604020202090204" pitchFamily="34" charset="0"/>
            </a:pPr>
            <a:r>
              <a:rPr lang="zh-CN" altLang="en-US"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rPr>
              <a:t>用这两个类进行大数运算特别方便</a:t>
            </a:r>
            <a:endParaRPr lang="en-US" altLang="zh-CN" sz="3200">
              <a:solidFill>
                <a:schemeClr val="tx1"/>
              </a:solidFill>
              <a:latin typeface="Arial" panose="020B0604020202090204" pitchFamily="34" charset="0"/>
              <a:ea typeface="宋体" pitchFamily="2" charset="-122"/>
            </a:endParaRPr>
          </a:p>
          <a:p>
            <a:pPr>
              <a:buFont typeface="Arial" panose="020B0604020202090204" pitchFamily="34" charset="0"/>
            </a:pPr>
            <a:endParaRPr lang="en-US" altLang="zh-CN" sz="3200">
              <a:solidFill>
                <a:schemeClr val="tx1"/>
              </a:solidFill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3028315" y="1327150"/>
            <a:ext cx="6285865" cy="3613785"/>
          </a:xfrm>
          <a:prstGeom prst="rect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>
            <a:noAutofit/>
          </a:bodyPr>
          <a:p>
            <a:pPr indent="0">
              <a:lnSpc>
                <a:spcPct val="2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板子题：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pPr indent="0">
              <a:lnSpc>
                <a:spcPct val="2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https://www.luogu.com.cn/problem/P1601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pPr indent="0">
              <a:lnSpc>
                <a:spcPct val="2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Wingdings" panose="05000000000000000000" pitchFamily="2" charset="2"/>
              </a:rPr>
              <a:t>https://www.luogu.com.cn/problem/P2142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  <a:p>
            <a:pPr indent="0">
              <a:lnSpc>
                <a:spcPct val="250000"/>
              </a:lnSpc>
              <a:buFont typeface="Wingdings" panose="05000000000000000000" pitchFamily="2" charset="2"/>
              <a:buNone/>
            </a:pP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Wingdings" panose="05000000000000000000" pitchFamily="2" charset="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COMMONDATA" val="eyJoZGlkIjoiMjNhN2QzNzIxYTMxZDA2OTMyYTljMDA5MmRhYmMwNjcifQ=="/>
  <p:tag name="KSO_WPP_MARK_KEY" val="4850f8d2-dbaa-450c-881d-6866c60a868c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884</Words>
  <Application>WPS 演示</Application>
  <PresentationFormat>宽屏</PresentationFormat>
  <Paragraphs>83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汉仪旗黑</vt:lpstr>
      <vt:lpstr>邯郸-郭灵霞灵芝体</vt:lpstr>
      <vt:lpstr>华文宋体</vt:lpstr>
      <vt:lpstr>HanziPen SC</vt:lpstr>
      <vt:lpstr>汉仪书宋二KW</vt:lpstr>
      <vt:lpstr>Calibri</vt:lpstr>
      <vt:lpstr>Helvetica Neue</vt:lpstr>
      <vt:lpstr>宋体</vt:lpstr>
      <vt:lpstr>Arial Unicode MS</vt:lpstr>
      <vt:lpstr>Wingdings</vt:lpstr>
      <vt:lpstr>微软雅黑</vt:lpstr>
      <vt:lpstr>邯郸-郭灵霞灵芝体</vt:lpstr>
      <vt:lpstr>苹方-简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10</cp:revision>
  <dcterms:created xsi:type="dcterms:W3CDTF">2025-03-06T13:43:22Z</dcterms:created>
  <dcterms:modified xsi:type="dcterms:W3CDTF">2025-03-06T13:43:22Z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6B25EFEEEEAE4631BC024849A30E7EF3_12</vt:lpwstr>
  </property>
  <property fmtid="{D5CDD505-2E9C-101B-9397-08002B2CF9AE}" pid="3" name="KSOProductBuildVer">
    <vt:lpwstr>2052-6.15.2.8936</vt:lpwstr>
  </property>
</Properties>
</file>