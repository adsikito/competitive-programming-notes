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  <p:sldId id="260" r:id="rId7"/>
    <p:sldId id="263" r:id="rId8"/>
    <p:sldId id="264" r:id="rId9"/>
    <p:sldId id="265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4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https://leetcode.cn/problems/reverse-linked-list/solutions/99711/fan-zhuan-lian-biao-shuang-zhi-zhen-di-gui-yao-mo-/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https://leetcode.cn/problems/lian-biao-zhong-dao-shu-di-kge-jie-dian-lcof/solutions/972458/lian-biao-zhong-dao-shu-di-kge-jie-dian-1pz9l/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https://leetcode.cn/problems/reverse-linked-list/description/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https://leetcode.cn/problems/reverse-linked-list/description/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606915" cy="4848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思路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若带头结点，先将头结点摘下。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然后从第一个结点开始，挨个摘下每一个结点，摘下后用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头插法</a:t>
            </a:r>
            <a:r>
              <a:rPr lang="zh-CN" altLang="en-US">
                <a:sym typeface="+mn-ea"/>
              </a:rPr>
              <a:t>建立新的</a:t>
            </a:r>
            <a:r>
              <a:rPr lang="zh-CN" altLang="en-US">
                <a:sym typeface="+mn-ea"/>
              </a:rPr>
              <a:t>链表。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链表原地逆置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思路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：双指针法</a:t>
            </a:r>
            <a:endParaRPr lang="zh-CN" altLang="en-US">
              <a:sym typeface="+mn-ea"/>
            </a:endParaRPr>
          </a:p>
          <a:p>
            <a:r>
              <a:rPr lang="zh-CN" altLang="en-US"/>
              <a:t>定义两个指针： pre和 cur ；pre在右 cur 在</a:t>
            </a:r>
            <a:r>
              <a:rPr lang="zh-CN" altLang="en-US"/>
              <a:t>左。</a:t>
            </a:r>
            <a:endParaRPr lang="zh-CN" altLang="en-US"/>
          </a:p>
          <a:p>
            <a:r>
              <a:rPr lang="zh-CN" altLang="en-US"/>
              <a:t>每次让 pre 的 next 指向 cur ，实现一次局部反转。</a:t>
            </a:r>
            <a:endParaRPr lang="zh-CN" altLang="en-US"/>
          </a:p>
          <a:p>
            <a:r>
              <a:rPr lang="zh-CN" altLang="en-US"/>
              <a:t>局部反转完成之后，pre和 cur 同时往</a:t>
            </a:r>
            <a:r>
              <a:rPr lang="zh-CN" altLang="en-US"/>
              <a:t>右移动一个位置。</a:t>
            </a:r>
            <a:endParaRPr lang="zh-CN" altLang="en-US"/>
          </a:p>
          <a:p>
            <a:r>
              <a:rPr lang="zh-CN" altLang="en-US"/>
              <a:t>循环上述过程，直至 pre到达链表尾部。（注意，在循环过程中，需要记录</a:t>
            </a:r>
            <a:r>
              <a:rPr lang="en-US" altLang="zh-CN"/>
              <a:t>pre-&gt;next，</a:t>
            </a:r>
            <a:r>
              <a:rPr lang="zh-CN" altLang="en-US"/>
              <a:t>不能丢失</a:t>
            </a:r>
            <a:r>
              <a:rPr lang="zh-CN" altLang="en-US"/>
              <a:t>结点）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https://leetcode.cn/problems/lian-biao-zhong-dao-shu-di-kge-jie-dian-lcof/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https://leetcode.cn/problems/lian-biao-zhong-dao-shu-di-kge-jie-dian-lcof/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思路：快慢指针的思想。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我们将第一个指针 fast指向链表的第 k+1个节点，第二个指针 slow 指向链表的第一个节点，此时二者之间刚好间隔 k 个节点。此时两个指针同步向后走，当 fast走到链表的尾部空节点时，则此时 slow指针刚好指向链表的倒数第k个节点。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56285" y="447675"/>
            <a:ext cx="6239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静态链表：用数组描述的链表，即称为静态链表。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23595" y="1156335"/>
            <a:ext cx="10226675" cy="920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分配一整片连续的内存空间，各个结点集中安置，逻辑结构上相邻的数据元素，存储在指定的一块内存空间中，数据元素只允许在这块内存空间中随机存放，这样的存储结构生成的链表称为静态链表。也就是说静态链表是用数组来实现链式存储结构，静态链表实际上就是一个结构体数组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58875" y="2522855"/>
            <a:ext cx="2867025" cy="3219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64555" y="3297555"/>
            <a:ext cx="3440430" cy="16706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92600" y="22364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l=1;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83335" y="1165225"/>
            <a:ext cx="9852660" cy="1390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如果一个数组是有序的，查询的时候可以使用折半查找，时间复杂度可以降到 O(logn) 。但如果链表是有序的，我们仍然</a:t>
            </a:r>
            <a:r>
              <a:rPr lang="zh-CN" altLang="en-US"/>
              <a:t>需要从前往后一个个查找，这样显然很慢，这个时候我们可以使用跳表（Skip list），跳表就是多层链表，每一层链表都是有序的，最下面一层是原始链表，包含所有数据，从下往上节点个数逐渐减</a:t>
            </a:r>
            <a:r>
              <a:rPr lang="zh-CN" altLang="en-US"/>
              <a:t>少。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83335" y="635000"/>
            <a:ext cx="8511540" cy="45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跳表：又叫做跳跃表、跳跃列表，在有序链表的基础上增加了“跳跃”的功能</a:t>
            </a:r>
            <a:r>
              <a:rPr lang="en-US" altLang="zh-CN"/>
              <a:t>,</a:t>
            </a:r>
            <a:endParaRPr lang="en-US" altLang="zh-CN"/>
          </a:p>
          <a:p>
            <a:r>
              <a:rPr lang="zh-CN" altLang="en-US"/>
              <a:t>有序链表实现二分</a:t>
            </a:r>
            <a:r>
              <a:rPr lang="zh-CN" altLang="en-US"/>
              <a:t>查找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83335" y="3065145"/>
            <a:ext cx="6115050" cy="18573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83220" y="2632710"/>
            <a:ext cx="401637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跳表的特性：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一个跳表有若干层链表组成；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每一层链表都是有序的；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跳表最下面一层的链表包含所有数据；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上一层的元素指向下层的元素必须是相同的；</a:t>
            </a:r>
            <a:endParaRPr lang="zh-CN" altLang="en-US"/>
          </a:p>
          <a:p>
            <a:r>
              <a:rPr lang="en-US" altLang="zh-CN"/>
              <a:t>6. </a:t>
            </a:r>
            <a:r>
              <a:rPr lang="zh-CN" altLang="en-US"/>
              <a:t>头指针 head 指向最上面一层的第一个元素；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83335" y="6007100"/>
            <a:ext cx="6000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https://leetcode.cn/problems/design-skiplist/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7778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下节课课上例题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 735</a:t>
            </a:r>
            <a:endParaRPr lang="en-US" altLang="zh-CN"/>
          </a:p>
          <a:p>
            <a:r>
              <a:rPr lang="zh-CN" altLang="en-US"/>
              <a:t>洛谷</a:t>
            </a:r>
            <a:r>
              <a:rPr lang="en-US" altLang="zh-CN"/>
              <a:t> P4387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MjNhN2QzNzIxYTMxZDA2OTMyYTljMDA5MmRhYmMwNjcifQ=="/>
  <p:tag name="KSO_WPP_MARK_KEY" val="75faa3e3-e512-4551-a73b-49a9836fe63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1145</Words>
  <Application>WPS 演示</Application>
  <PresentationFormat>宽屏</PresentationFormat>
  <Paragraphs>58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10</cp:revision>
  <dcterms:created xsi:type="dcterms:W3CDTF">2025-03-15T13:51:54Z</dcterms:created>
  <dcterms:modified xsi:type="dcterms:W3CDTF">2025-03-15T13:51:54Z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50BBDEA94C734317B3BA8DDF986F6EC7_12</vt:lpwstr>
  </property>
  <property fmtid="{D5CDD505-2E9C-101B-9397-08002B2CF9AE}" pid="3" name="KSOProductBuildVer">
    <vt:lpwstr>2052-6.15.2.8936</vt:lpwstr>
  </property>
</Properties>
</file>