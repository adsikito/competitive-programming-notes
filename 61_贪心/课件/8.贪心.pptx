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上课时可以讲一下证明：</a:t>
            </a:r>
            <a:r>
              <a:rPr lang="zh-CN" altLang="en-US"/>
              <a:t>参考https://www.luogu.com.cn/problem/solution/P4995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https://leetcode.cn/problems/mice-and-cheese/solutions/2292688/lao-shu-he-nai-luo-by-leetcode-solution-6ia1/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46505" y="842010"/>
            <a:ext cx="10309860" cy="448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贪心：</a:t>
            </a:r>
            <a:r>
              <a:rPr lang="zh-CN" altLang="en-US"/>
              <a:t>是用计算机来模拟一个「贪心」的人做出决策的过程。这个人十分贪婪，每一步行动总是按某种指标选取最优的操作。而且他目光短浅，总是只看眼前，并不考虑以后可能造成的影响。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n</a:t>
            </a:r>
            <a:r>
              <a:rPr lang="zh-CN" altLang="en-US"/>
              <a:t>行</a:t>
            </a:r>
            <a:r>
              <a:rPr lang="en-US" altLang="zh-CN"/>
              <a:t>m</a:t>
            </a:r>
            <a:r>
              <a:rPr lang="zh-CN" altLang="en-US"/>
              <a:t>列矩阵</a:t>
            </a:r>
            <a:r>
              <a:rPr lang="en-US" altLang="zh-CN"/>
              <a:t>  </a:t>
            </a:r>
            <a:r>
              <a:rPr lang="zh-CN" altLang="en-US"/>
              <a:t>要求每行选一个数据</a:t>
            </a:r>
            <a:r>
              <a:rPr lang="en-US" altLang="zh-CN"/>
              <a:t> </a:t>
            </a:r>
            <a:r>
              <a:rPr lang="zh-CN" altLang="en-US"/>
              <a:t>一共选</a:t>
            </a:r>
            <a:r>
              <a:rPr lang="en-US" altLang="zh-CN"/>
              <a:t>n</a:t>
            </a:r>
            <a:r>
              <a:rPr lang="zh-CN" altLang="en-US"/>
              <a:t>个</a:t>
            </a:r>
            <a:r>
              <a:rPr lang="en-US" altLang="zh-CN"/>
              <a:t>，</a:t>
            </a:r>
            <a:r>
              <a:rPr lang="zh-CN" altLang="en-US"/>
              <a:t>使得选出的</a:t>
            </a:r>
            <a:r>
              <a:rPr lang="en-US" altLang="zh-CN"/>
              <a:t>n</a:t>
            </a:r>
            <a:r>
              <a:rPr lang="zh-CN" altLang="en-US"/>
              <a:t>个数的和最大</a:t>
            </a:r>
            <a:r>
              <a:rPr lang="en-US" altLang="zh-CN"/>
              <a:t>？</a:t>
            </a:r>
            <a:endParaRPr lang="zh-CN" altLang="en-US"/>
          </a:p>
          <a:p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行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列矩阵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要求每行选一个数据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一共选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并且这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个数据互不同列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使得选出的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个数的和最大</a:t>
            </a:r>
            <a:r>
              <a:rPr lang="en-US" altLang="zh-CN">
                <a:sym typeface="+mn-ea"/>
              </a:rPr>
              <a:t>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贪心法将一个最优决策过程变成一个多步决策过程</a:t>
            </a:r>
            <a:r>
              <a:rPr lang="en-US" altLang="zh-CN"/>
              <a:t>，</a:t>
            </a:r>
            <a:r>
              <a:rPr lang="zh-CN" altLang="en-US"/>
              <a:t>并在每步总是</a:t>
            </a:r>
            <a:r>
              <a:rPr lang="zh-CN" altLang="en-US"/>
              <a:t>做出当前看来最好的选择。</a:t>
            </a:r>
            <a:endParaRPr lang="zh-CN" altLang="en-US"/>
          </a:p>
          <a:p>
            <a:r>
              <a:rPr lang="zh-CN" altLang="en-US"/>
              <a:t>贪心算法并不从全局最优上加以考虑，它所做的选择只是在某种意义上的局部最优选择。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可想而知，并不是所有的时候贪心法都能获得最优解，所以一般使用贪心法的时候，都要确保自己能证明其正确性。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题型：求最值问题。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分步</a:t>
            </a:r>
            <a:r>
              <a:rPr lang="en-US" altLang="zh-CN"/>
              <a:t>+</a:t>
            </a:r>
            <a:r>
              <a:rPr lang="zh-CN" altLang="en-US"/>
              <a:t>局部</a:t>
            </a:r>
            <a:r>
              <a:rPr lang="zh-CN" altLang="en-US"/>
              <a:t>最优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https://www.luogu.com.cn/problem/P1090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https://www.luogu.com.cn/problem/P1090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855710" cy="454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思路：要使得总体力值最小，需要每次合并的体力值尽可能的小，所以每次合并两堆数量最少的</a:t>
            </a:r>
            <a:r>
              <a:rPr lang="zh-CN" altLang="en-US"/>
              <a:t>果子。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怎样找到最少的两堆</a:t>
            </a:r>
            <a:r>
              <a:rPr lang="zh-CN" altLang="en-US"/>
              <a:t>果子？</a:t>
            </a:r>
            <a:endParaRPr lang="zh-CN" altLang="en-US"/>
          </a:p>
          <a:p>
            <a:r>
              <a:rPr lang="en-US" altLang="zh-CN"/>
              <a:t>-----</a:t>
            </a:r>
            <a:r>
              <a:rPr lang="zh-CN" altLang="en-US"/>
              <a:t>每次合并后排序（升序），最前面两个就是最小的</a:t>
            </a:r>
            <a:r>
              <a:rPr lang="en-US" altLang="zh-CN"/>
              <a:t>----</a:t>
            </a:r>
            <a:r>
              <a:rPr lang="zh-CN" altLang="en-US"/>
              <a:t>排序</a:t>
            </a:r>
            <a:r>
              <a:rPr lang="en-US" altLang="zh-CN"/>
              <a:t>O(nlogn),</a:t>
            </a:r>
            <a:r>
              <a:rPr lang="zh-CN" altLang="en-US"/>
              <a:t>需要排</a:t>
            </a:r>
            <a:r>
              <a:rPr lang="en-US" altLang="zh-CN"/>
              <a:t>n-1</a:t>
            </a:r>
            <a:r>
              <a:rPr lang="zh-CN" altLang="en-US"/>
              <a:t>次，总：</a:t>
            </a:r>
            <a:r>
              <a:rPr lang="en-US" altLang="zh-CN"/>
              <a:t>O</a:t>
            </a:r>
            <a:r>
              <a:rPr lang="en-US" altLang="zh-CN">
                <a:sym typeface="+mn-ea"/>
              </a:rPr>
              <a:t>(n*n*logn)</a:t>
            </a:r>
            <a:r>
              <a:rPr lang="zh-CN" altLang="en-US">
                <a:sym typeface="+mn-ea"/>
              </a:rPr>
              <a:t>，超时。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-----</a:t>
            </a:r>
            <a:r>
              <a:rPr lang="zh-CN" altLang="en-US">
                <a:sym typeface="+mn-ea"/>
              </a:rPr>
              <a:t>可以用优先队列，优先队列基于堆实现，找最小时间复杂度</a:t>
            </a:r>
            <a:r>
              <a:rPr lang="en-US" altLang="zh-CN">
                <a:sym typeface="+mn-ea"/>
              </a:rPr>
              <a:t>O(logn)</a:t>
            </a:r>
            <a:r>
              <a:rPr lang="zh-CN" altLang="en-US">
                <a:sym typeface="+mn-ea"/>
              </a:rPr>
              <a:t>，找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次，总：</a:t>
            </a:r>
            <a:r>
              <a:rPr lang="en-US" altLang="zh-CN">
                <a:sym typeface="+mn-ea"/>
              </a:rPr>
              <a:t>O</a:t>
            </a:r>
            <a:r>
              <a:rPr lang="en-US" altLang="zh-CN">
                <a:sym typeface="+mn-ea"/>
              </a:rPr>
              <a:t>(nlogn)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直接用</a:t>
            </a:r>
            <a:r>
              <a:rPr lang="en-US" altLang="zh-CN">
                <a:sym typeface="+mn-ea"/>
              </a:rPr>
              <a:t>C++ STL</a:t>
            </a:r>
            <a:r>
              <a:rPr lang="zh-CN" altLang="en-US">
                <a:sym typeface="+mn-ea"/>
              </a:rPr>
              <a:t>的优先队列</a:t>
            </a:r>
            <a:r>
              <a:rPr lang="zh-CN" altLang="en-US">
                <a:sym typeface="+mn-ea"/>
              </a:rPr>
              <a:t>容器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priority_queue&lt;int&gt;q;  </a:t>
            </a:r>
            <a:r>
              <a:rPr lang="zh-CN" altLang="en-US">
                <a:sym typeface="+mn-ea"/>
              </a:rPr>
              <a:t>默认大数优先级</a:t>
            </a:r>
            <a:r>
              <a:rPr lang="zh-CN" altLang="en-US">
                <a:sym typeface="+mn-ea"/>
              </a:rPr>
              <a:t>高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priority_queue&lt;int ,vector&lt;int&gt;,greater&lt;int&gt; &gt;q;//</a:t>
            </a:r>
            <a:r>
              <a:rPr lang="zh-CN" altLang="en-US">
                <a:sym typeface="+mn-ea"/>
              </a:rPr>
              <a:t>小数优先级</a:t>
            </a:r>
            <a:r>
              <a:rPr lang="zh-CN" altLang="en-US">
                <a:sym typeface="+mn-ea"/>
              </a:rPr>
              <a:t>高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https://www.luogu.com.cn/problem/P4995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https://www.luogu.com.cn/problem/P4995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192895" cy="4030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思路：排序后贪心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总的体力值最大，那么每次跳时耗费的体力值都要尽可能的大，即每次选</a:t>
            </a:r>
            <a:r>
              <a:rPr lang="en-US" altLang="zh-CN"/>
              <a:t> </a:t>
            </a:r>
            <a:r>
              <a:rPr lang="zh-CN" altLang="en-US"/>
              <a:t>与当前所在石头的高度差值最大的</a:t>
            </a:r>
            <a:r>
              <a:rPr lang="zh-CN" altLang="en-US"/>
              <a:t>石头跳。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怎样高度差值最大</a:t>
            </a:r>
            <a:r>
              <a:rPr lang="zh-CN" altLang="en-US">
                <a:sym typeface="+mn-ea"/>
              </a:rPr>
              <a:t>化？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-----先跳到最高的柱子，再跳到最低的柱子，再跳到次高的柱子，再跳到次低的柱子，……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https://leetcode.cn/problems/mice-and-cheese/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https://leetcode.cn/problems/mice-and-cheese/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895840" cy="373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>
                <a:sym typeface="+mn-ea"/>
              </a:rPr>
              <a:t>排序后贪心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不妨先把所有的奶酪都分给</a:t>
            </a:r>
            <a:r>
              <a:rPr lang="en-US" altLang="zh-CN"/>
              <a:t>2</a:t>
            </a:r>
            <a:r>
              <a:rPr lang="zh-CN" altLang="en-US"/>
              <a:t>号，此时总得分为</a:t>
            </a:r>
            <a:r>
              <a:rPr lang="en-US" altLang="zh-CN"/>
              <a:t>sum2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然后从中选</a:t>
            </a:r>
            <a:r>
              <a:rPr lang="en-US" altLang="zh-CN"/>
              <a:t>k</a:t>
            </a:r>
            <a:r>
              <a:rPr lang="zh-CN" altLang="en-US"/>
              <a:t>块给</a:t>
            </a:r>
            <a:r>
              <a:rPr lang="en-US" altLang="zh-CN"/>
              <a:t>1</a:t>
            </a:r>
            <a:r>
              <a:rPr lang="zh-CN" altLang="en-US"/>
              <a:t>号。假设选了第</a:t>
            </a:r>
            <a:r>
              <a:rPr lang="en-US" altLang="zh-CN"/>
              <a:t>i</a:t>
            </a:r>
            <a:r>
              <a:rPr lang="zh-CN" altLang="en-US"/>
              <a:t>块给</a:t>
            </a:r>
            <a:r>
              <a:rPr lang="en-US" altLang="zh-CN"/>
              <a:t>1</a:t>
            </a:r>
            <a:r>
              <a:rPr lang="zh-CN" altLang="en-US"/>
              <a:t>号，则对于第</a:t>
            </a:r>
            <a:r>
              <a:rPr lang="en-US" altLang="zh-CN"/>
              <a:t>i</a:t>
            </a:r>
            <a:r>
              <a:rPr lang="zh-CN" altLang="en-US"/>
              <a:t>块的奶酪得分增加了</a:t>
            </a:r>
            <a:r>
              <a:rPr lang="en-US" altLang="zh-CN"/>
              <a:t> </a:t>
            </a:r>
            <a:r>
              <a:rPr lang="zh-CN" altLang="en-US"/>
              <a:t>一个差值：</a:t>
            </a:r>
            <a:r>
              <a:rPr lang="en-US" altLang="zh-CN"/>
              <a:t>r1[i]-r2[i]</a:t>
            </a:r>
            <a:r>
              <a:rPr lang="zh-CN" altLang="en-US"/>
              <a:t>，此时总得分变为：</a:t>
            </a:r>
            <a:r>
              <a:rPr lang="en-US" altLang="zh-CN">
                <a:sym typeface="+mn-ea"/>
              </a:rPr>
              <a:t>sum2+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 r1[i]-r2[i]</a:t>
            </a:r>
            <a:r>
              <a:rPr lang="zh-CN" altLang="en-US">
                <a:sym typeface="+mn-ea"/>
              </a:rPr>
              <a:t>）。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选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块，则总得分为</a:t>
            </a:r>
            <a:r>
              <a:rPr lang="en-US" altLang="zh-CN">
                <a:sym typeface="+mn-ea"/>
              </a:rPr>
              <a:t>sum2+k</a:t>
            </a:r>
            <a:r>
              <a:rPr lang="zh-CN" altLang="en-US">
                <a:sym typeface="+mn-ea"/>
              </a:rPr>
              <a:t>个差值。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若使得总得分最大，则需要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个差值最大，所以对差值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 r1[i]-r2[i]</a:t>
            </a:r>
            <a:r>
              <a:rPr lang="zh-CN" altLang="en-US">
                <a:sym typeface="+mn-ea"/>
              </a:rPr>
              <a:t>）排序，选差值最大的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块奶酪给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号。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53:https://leetcode.cn/problems/maximum-subarray/description/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</a:t>
            </a:r>
            <a:r>
              <a:rPr lang="zh-CN" altLang="en-US"/>
              <a:t>汉诺塔问题</a:t>
            </a:r>
            <a:r>
              <a:rPr lang="en-US" altLang="zh-CN"/>
              <a:t>：https://leetcode.cn/problems/hanota-lcci/description/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WPS 演示</Application>
  <PresentationFormat>宽屏</PresentationFormat>
  <Paragraphs>73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7</cp:revision>
  <dcterms:created xsi:type="dcterms:W3CDTF">2025-03-11T13:50:01Z</dcterms:created>
  <dcterms:modified xsi:type="dcterms:W3CDTF">2025-03-11T13:50:01Z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C2884B8A3E7648D98A94008F9638EF6E_12</vt:lpwstr>
  </property>
  <property fmtid="{D5CDD505-2E9C-101B-9397-08002B2CF9AE}" pid="3" name="KSOProductBuildVer">
    <vt:lpwstr>2052-6.15.2.8936</vt:lpwstr>
  </property>
</Properties>
</file>