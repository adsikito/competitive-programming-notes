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75" r:id="rId9"/>
    <p:sldId id="261" r:id="rId10"/>
    <p:sldId id="262" r:id="rId11"/>
    <p:sldId id="264" r:id="rId12"/>
    <p:sldId id="270" r:id="rId13"/>
    <p:sldId id="272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6360" y="354648"/>
            <a:ext cx="9144000" cy="2387600"/>
          </a:xfrm>
        </p:spPr>
        <p:txBody>
          <a:bodyPr/>
          <a:p>
            <a:pPr algn="ctr"/>
            <a:r>
              <a:rPr lang="zh-CN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算法集训</a:t>
            </a:r>
            <a:endParaRPr lang="zh-CN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6360" y="3169603"/>
            <a:ext cx="9144000" cy="1655762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课程前导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07490" y="1471930"/>
            <a:ext cx="9700260" cy="3366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课程</a:t>
            </a:r>
            <a:r>
              <a:rPr lang="zh-CN" altLang="en-US"/>
              <a:t>目标：</a:t>
            </a:r>
            <a:endParaRPr lang="zh-CN" altLang="en-US"/>
          </a:p>
          <a:p>
            <a:endParaRPr lang="zh-CN" altLang="en-US"/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学会做题</a:t>
            </a:r>
            <a:r>
              <a:rPr lang="en-US" altLang="zh-CN">
                <a:solidFill>
                  <a:schemeClr val="tx1"/>
                </a:solidFill>
              </a:rPr>
              <a:t>---</a:t>
            </a:r>
            <a:r>
              <a:rPr lang="zh-CN" altLang="en-US">
                <a:solidFill>
                  <a:schemeClr val="tx1"/>
                </a:solidFill>
              </a:rPr>
              <a:t>分析题意，寻找思路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确定算法，把思路转换成</a:t>
            </a:r>
            <a:r>
              <a:rPr lang="zh-CN" altLang="en-US">
                <a:solidFill>
                  <a:schemeClr val="tx1"/>
                </a:solidFill>
              </a:rPr>
              <a:t>代码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巩固《数据结构》课程中的算法：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学习一些《数据结构》课程中没涉及到，但常用的算法。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常用算法：在算法比赛（不包括</a:t>
            </a:r>
            <a:r>
              <a:rPr lang="en-US" altLang="zh-CN">
                <a:solidFill>
                  <a:schemeClr val="tx1"/>
                </a:solidFill>
              </a:rPr>
              <a:t>acm-ICPC CCPC</a:t>
            </a:r>
            <a:r>
              <a:rPr lang="zh-CN" altLang="en-US">
                <a:solidFill>
                  <a:schemeClr val="tx1"/>
                </a:solidFill>
              </a:rPr>
              <a:t>），春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秋招笔试，考研复试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上机编程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中常出的</a:t>
            </a:r>
            <a:r>
              <a:rPr lang="zh-CN" altLang="en-US">
                <a:solidFill>
                  <a:schemeClr val="tx1"/>
                </a:solidFill>
              </a:rPr>
              <a:t>算法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4.</a:t>
            </a:r>
            <a:r>
              <a:rPr lang="zh-CN" altLang="en-US">
                <a:solidFill>
                  <a:schemeClr val="tx1"/>
                </a:solidFill>
              </a:rPr>
              <a:t>课程结束后，希望大家都可以独立的在</a:t>
            </a:r>
            <a:r>
              <a:rPr lang="en-US" altLang="zh-CN">
                <a:solidFill>
                  <a:schemeClr val="tx1"/>
                </a:solidFill>
              </a:rPr>
              <a:t>oj</a:t>
            </a:r>
            <a:r>
              <a:rPr lang="zh-CN" altLang="en-US">
                <a:solidFill>
                  <a:schemeClr val="tx1"/>
                </a:solidFill>
              </a:rPr>
              <a:t>上刷题</a:t>
            </a:r>
            <a:r>
              <a:rPr lang="zh-CN" altLang="en-US">
                <a:solidFill>
                  <a:schemeClr val="tx1"/>
                </a:solidFill>
              </a:rPr>
              <a:t>练习。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1225" y="1861820"/>
            <a:ext cx="7830185" cy="238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课程</a:t>
            </a:r>
            <a:r>
              <a:rPr lang="zh-CN" altLang="en-US"/>
              <a:t>内容：</a:t>
            </a:r>
            <a:endParaRPr lang="zh-CN" altLang="en-US"/>
          </a:p>
          <a:p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《数据结构》课程中学过的算法：直接带刷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经典</a:t>
            </a:r>
            <a:r>
              <a:rPr lang="zh-CN" altLang="en-US">
                <a:solidFill>
                  <a:schemeClr val="tx1"/>
                </a:solidFill>
              </a:rPr>
              <a:t>题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《数据结构》课程中没涉及到，但常用的算法：先讲算法，再带刷</a:t>
            </a:r>
            <a:r>
              <a:rPr lang="zh-CN" altLang="en-US">
                <a:solidFill>
                  <a:schemeClr val="tx1"/>
                </a:solidFill>
              </a:rPr>
              <a:t>题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具体内容：见群文件《算法集训</a:t>
            </a:r>
            <a:r>
              <a:rPr lang="en-US" altLang="zh-CN">
                <a:solidFill>
                  <a:schemeClr val="tx1"/>
                </a:solidFill>
              </a:rPr>
              <a:t>.pdf</a:t>
            </a:r>
            <a:r>
              <a:rPr lang="zh-CN" altLang="en-US">
                <a:solidFill>
                  <a:schemeClr val="tx1"/>
                </a:solidFill>
              </a:rPr>
              <a:t>》</a:t>
            </a:r>
            <a:r>
              <a:rPr lang="en-US" altLang="zh-CN">
                <a:solidFill>
                  <a:schemeClr val="tx1"/>
                </a:solidFill>
              </a:rPr>
              <a:t>---</a:t>
            </a:r>
            <a:r>
              <a:rPr lang="zh-CN" altLang="en-US">
                <a:solidFill>
                  <a:schemeClr val="tx1"/>
                </a:solidFill>
              </a:rPr>
              <a:t>下课后</a:t>
            </a:r>
            <a:r>
              <a:rPr lang="zh-CN" altLang="en-US">
                <a:solidFill>
                  <a:schemeClr val="tx1"/>
                </a:solidFill>
              </a:rPr>
              <a:t>上传。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38985" y="1557020"/>
            <a:ext cx="8244840" cy="3136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前置</a:t>
            </a:r>
            <a:r>
              <a:rPr lang="zh-CN" altLang="en-US"/>
              <a:t>知识：</a:t>
            </a:r>
            <a:endParaRPr lang="zh-CN" altLang="en-US"/>
          </a:p>
          <a:p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1.C/C++</a:t>
            </a:r>
            <a:r>
              <a:rPr lang="zh-CN" altLang="en-US">
                <a:solidFill>
                  <a:schemeClr val="tx1"/>
                </a:solidFill>
              </a:rPr>
              <a:t>语言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《</a:t>
            </a:r>
            <a:r>
              <a:rPr lang="zh-CN" altLang="en-US">
                <a:solidFill>
                  <a:schemeClr val="tx1"/>
                </a:solidFill>
              </a:rPr>
              <a:t>数据结构》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3.C++</a:t>
            </a:r>
            <a:r>
              <a:rPr lang="zh-CN" altLang="en-US">
                <a:solidFill>
                  <a:schemeClr val="tx1"/>
                </a:solidFill>
              </a:rPr>
              <a:t>标准模板库</a:t>
            </a:r>
            <a:r>
              <a:rPr lang="en-US" altLang="zh-CN">
                <a:solidFill>
                  <a:schemeClr val="tx1"/>
                </a:solidFill>
              </a:rPr>
              <a:t>(STL)</a:t>
            </a:r>
            <a:r>
              <a:rPr lang="zh-CN" altLang="en-US">
                <a:solidFill>
                  <a:schemeClr val="tx1"/>
                </a:solidFill>
              </a:rPr>
              <a:t>中的常用容器和算法：见《算法笔记》第</a:t>
            </a:r>
            <a:r>
              <a:rPr lang="en-US" altLang="zh-CN">
                <a:solidFill>
                  <a:schemeClr val="tx1"/>
                </a:solidFill>
              </a:rPr>
              <a:t>6</a:t>
            </a:r>
            <a:r>
              <a:rPr lang="zh-CN" altLang="en-US">
                <a:solidFill>
                  <a:schemeClr val="tx1"/>
                </a:solidFill>
              </a:rPr>
              <a:t>章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4.</a:t>
            </a:r>
            <a:r>
              <a:rPr lang="zh-CN" altLang="en-US">
                <a:solidFill>
                  <a:schemeClr val="tx1"/>
                </a:solidFill>
              </a:rPr>
              <a:t>请大家自行注册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洛谷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leetcode </a:t>
            </a:r>
            <a:r>
              <a:rPr lang="zh-CN" altLang="en-US">
                <a:solidFill>
                  <a:schemeClr val="tx1"/>
                </a:solidFill>
              </a:rPr>
              <a:t>的账号，并自行学习这两个平台的使用</a:t>
            </a:r>
            <a:r>
              <a:rPr lang="zh-CN" altLang="en-US">
                <a:solidFill>
                  <a:schemeClr val="tx1"/>
                </a:solidFill>
              </a:rPr>
              <a:t>方法。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77670" y="281940"/>
            <a:ext cx="183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1755" y="650240"/>
            <a:ext cx="10392410" cy="5854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/>
              <a:t>上课</a:t>
            </a:r>
            <a:r>
              <a:rPr lang="en-US" altLang="zh-CN"/>
              <a:t>or</a:t>
            </a:r>
            <a:r>
              <a:rPr lang="zh-CN" altLang="en-US"/>
              <a:t>做题</a:t>
            </a:r>
            <a:r>
              <a:rPr lang="en-US" altLang="zh-CN"/>
              <a:t> </a:t>
            </a:r>
            <a:r>
              <a:rPr lang="zh-CN" altLang="en-US"/>
              <a:t>使用什么</a:t>
            </a:r>
            <a:r>
              <a:rPr lang="zh-CN" altLang="en-US"/>
              <a:t>语言？</a:t>
            </a:r>
            <a:endParaRPr lang="zh-CN" altLang="en-US"/>
          </a:p>
          <a:p>
            <a:pPr indent="457200"/>
            <a:r>
              <a:rPr lang="zh-CN" altLang="en-US"/>
              <a:t>上课讲解，使用</a:t>
            </a:r>
            <a:r>
              <a:rPr lang="en-US" altLang="zh-CN"/>
              <a:t>C/C++</a:t>
            </a:r>
            <a:r>
              <a:rPr lang="zh-CN" altLang="en-US"/>
              <a:t>语言。大家自己做题可以使用自己的主语言（</a:t>
            </a:r>
            <a:r>
              <a:rPr lang="en-US" altLang="zh-CN"/>
              <a:t>C/C++, Java</a:t>
            </a:r>
            <a:r>
              <a:rPr lang="zh-CN" altLang="en-US"/>
              <a:t>，</a:t>
            </a:r>
            <a:r>
              <a:rPr lang="en-US" altLang="zh-CN"/>
              <a:t>Python</a:t>
            </a:r>
            <a:r>
              <a:rPr lang="zh-CN" altLang="en-US"/>
              <a:t>）</a:t>
            </a:r>
            <a:endParaRPr lang="zh-CN" altLang="en-US"/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使用什么平台</a:t>
            </a:r>
            <a:r>
              <a:rPr lang="zh-CN" altLang="en-US">
                <a:solidFill>
                  <a:schemeClr val="tx1"/>
                </a:solidFill>
              </a:rPr>
              <a:t>刷题？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</a:rPr>
              <a:t>上课讲解的例题均选自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洛谷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 leetcode</a:t>
            </a:r>
            <a:r>
              <a:rPr lang="zh-CN" altLang="en-US">
                <a:solidFill>
                  <a:schemeClr val="tx1"/>
                </a:solidFill>
              </a:rPr>
              <a:t>。大家自己做题可以使用任意刷题网站（</a:t>
            </a:r>
            <a:r>
              <a:rPr lang="en-US" altLang="zh-CN">
                <a:solidFill>
                  <a:schemeClr val="tx1"/>
                </a:solidFill>
              </a:rPr>
              <a:t>OJ</a:t>
            </a:r>
            <a:r>
              <a:rPr lang="zh-CN" altLang="en-US">
                <a:solidFill>
                  <a:schemeClr val="tx1"/>
                </a:solidFill>
              </a:rPr>
              <a:t>）。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上完这个课程之后，我可以达到什么水平？打比赛能拿奖</a:t>
            </a:r>
            <a:r>
              <a:rPr lang="zh-CN" altLang="en-US">
                <a:solidFill>
                  <a:schemeClr val="tx1"/>
                </a:solidFill>
              </a:rPr>
              <a:t>吗？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</a:rPr>
              <a:t>这很难评，祝你成功吧。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集训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的重点在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rgbClr val="FF0000"/>
                </a:solidFill>
              </a:rPr>
              <a:t>训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，我们课上时间有限，每个算法大概只讲</a:t>
            </a:r>
            <a:r>
              <a:rPr lang="en-US" altLang="zh-CN">
                <a:solidFill>
                  <a:schemeClr val="tx1"/>
                </a:solidFill>
              </a:rPr>
              <a:t>2~4</a:t>
            </a:r>
            <a:r>
              <a:rPr lang="zh-CN" altLang="en-US">
                <a:solidFill>
                  <a:schemeClr val="tx1"/>
                </a:solidFill>
              </a:rPr>
              <a:t>个例题，这是远远不够的。大家通过上课学会算法及其应用之后，还需要在课下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刷大量的题，做大量的训练。自身水平和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有效</a:t>
            </a:r>
            <a:r>
              <a:rPr lang="zh-CN" altLang="en-US">
                <a:solidFill>
                  <a:srgbClr val="FF0000"/>
                </a:solidFill>
              </a:rPr>
              <a:t>刷题量</a:t>
            </a:r>
            <a:r>
              <a:rPr lang="zh-CN" altLang="en-US">
                <a:solidFill>
                  <a:schemeClr val="tx1"/>
                </a:solidFill>
              </a:rPr>
              <a:t>成正比。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学长领进门，修行在个人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4.</a:t>
            </a:r>
            <a:r>
              <a:rPr lang="zh-CN" altLang="en-US">
                <a:solidFill>
                  <a:schemeClr val="tx1"/>
                </a:solidFill>
              </a:rPr>
              <a:t>对参加</a:t>
            </a:r>
            <a:r>
              <a:rPr lang="en-US" altLang="zh-CN">
                <a:solidFill>
                  <a:schemeClr val="tx1"/>
                </a:solidFill>
              </a:rPr>
              <a:t>ACM</a:t>
            </a: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ICPC/CCPC</a:t>
            </a:r>
            <a:r>
              <a:rPr lang="zh-CN" altLang="en-US">
                <a:solidFill>
                  <a:schemeClr val="tx1"/>
                </a:solidFill>
              </a:rPr>
              <a:t>）有帮助</a:t>
            </a:r>
            <a:r>
              <a:rPr lang="zh-CN" altLang="en-US">
                <a:solidFill>
                  <a:schemeClr val="tx1"/>
                </a:solidFill>
              </a:rPr>
              <a:t>吗？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</a:rPr>
              <a:t>有，但不多。本课程涉及到的算法，覆盖了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蓝桥杯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等比赛的</a:t>
            </a:r>
            <a:r>
              <a:rPr lang="zh-CN" altLang="en-US">
                <a:solidFill>
                  <a:srgbClr val="FF0000"/>
                </a:solidFill>
              </a:rPr>
              <a:t>大部分</a:t>
            </a:r>
            <a:r>
              <a:rPr lang="zh-CN" altLang="en-US">
                <a:solidFill>
                  <a:schemeClr val="tx1"/>
                </a:solidFill>
              </a:rPr>
              <a:t>出题范围，但对于</a:t>
            </a:r>
            <a:r>
              <a:rPr lang="en-US" altLang="zh-CN">
                <a:solidFill>
                  <a:schemeClr val="tx1"/>
                </a:solidFill>
              </a:rPr>
              <a:t>ACM</a:t>
            </a:r>
            <a:r>
              <a:rPr lang="zh-CN" altLang="en-US">
                <a:solidFill>
                  <a:schemeClr val="tx1"/>
                </a:solidFill>
              </a:rPr>
              <a:t>是远远不够</a:t>
            </a:r>
            <a:r>
              <a:rPr lang="zh-CN" altLang="en-US">
                <a:solidFill>
                  <a:schemeClr val="tx1"/>
                </a:solidFill>
              </a:rPr>
              <a:t>的。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5.</a:t>
            </a:r>
            <a:r>
              <a:rPr lang="zh-CN" altLang="en-US">
                <a:solidFill>
                  <a:schemeClr val="tx1"/>
                </a:solidFill>
              </a:rPr>
              <a:t>在刷题过程中，遇到不会的题</a:t>
            </a:r>
            <a:r>
              <a:rPr lang="zh-CN" altLang="en-US">
                <a:solidFill>
                  <a:schemeClr val="tx1"/>
                </a:solidFill>
              </a:rPr>
              <a:t>怎么办？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</a:rPr>
              <a:t>参考题解（</a:t>
            </a:r>
            <a:r>
              <a:rPr lang="zh-CN" altLang="en-US">
                <a:solidFill>
                  <a:srgbClr val="FF0000"/>
                </a:solidFill>
              </a:rPr>
              <a:t>不是照抄</a:t>
            </a:r>
            <a:r>
              <a:rPr lang="zh-CN" altLang="en-US">
                <a:solidFill>
                  <a:schemeClr val="tx1"/>
                </a:solidFill>
              </a:rPr>
              <a:t>）。看题解中的思路，并学习思路，然后关掉题解，自己写代码。合理利用题解，</a:t>
            </a:r>
            <a:r>
              <a:rPr lang="zh-CN" altLang="en-US">
                <a:solidFill>
                  <a:srgbClr val="FF0000"/>
                </a:solidFill>
              </a:rPr>
              <a:t>不要养成抄题解的习惯！！！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不要局限于一个题解，这个看不懂，就换一个看，总有一个适合你。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25930" y="281940"/>
            <a:ext cx="183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1755" y="650240"/>
            <a:ext cx="10300970" cy="553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5. </a:t>
            </a:r>
            <a:r>
              <a:rPr lang="zh-CN" altLang="en-US"/>
              <a:t>课上所讲题目</a:t>
            </a:r>
            <a:r>
              <a:rPr lang="zh-CN" altLang="en-US"/>
              <a:t>难度？</a:t>
            </a:r>
            <a:endParaRPr lang="zh-CN" altLang="en-US"/>
          </a:p>
          <a:p>
            <a:pPr indent="457200"/>
            <a:r>
              <a:rPr lang="zh-CN" altLang="en-US"/>
              <a:t>上课讲解的例题都不难。循序渐进，</a:t>
            </a:r>
            <a:r>
              <a:rPr lang="zh-CN" altLang="en-US"/>
              <a:t>一步一步来。</a:t>
            </a:r>
            <a:endParaRPr lang="zh-CN" altLang="en-US"/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6.</a:t>
            </a:r>
            <a:r>
              <a:rPr lang="zh-CN" altLang="en-US">
                <a:solidFill>
                  <a:schemeClr val="tx1"/>
                </a:solidFill>
              </a:rPr>
              <a:t>上课时间？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chemeClr val="tx1"/>
                </a:solidFill>
              </a:rPr>
              <a:t>每周会发</a:t>
            </a:r>
            <a:r>
              <a:rPr lang="zh-CN" altLang="en-US">
                <a:solidFill>
                  <a:schemeClr val="tx1"/>
                </a:solidFill>
              </a:rPr>
              <a:t>群公告。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7.</a:t>
            </a:r>
            <a:r>
              <a:rPr lang="zh-CN" altLang="en-US">
                <a:solidFill>
                  <a:schemeClr val="tx1"/>
                </a:solidFill>
              </a:rPr>
              <a:t>用什么书籍</a:t>
            </a:r>
            <a:r>
              <a:rPr lang="en-US" altLang="zh-CN">
                <a:solidFill>
                  <a:schemeClr val="tx1"/>
                </a:solidFill>
              </a:rPr>
              <a:t>？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群文件中有一些电子版的算法书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大家可以用来参考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r>
              <a:rPr lang="zh-CN" altLang="en-US">
                <a:solidFill>
                  <a:schemeClr val="tx1"/>
                </a:solidFill>
              </a:rPr>
              <a:t>我们每节课都有</a:t>
            </a:r>
            <a:r>
              <a:rPr lang="en-US" altLang="zh-CN">
                <a:solidFill>
                  <a:schemeClr val="tx1"/>
                </a:solidFill>
              </a:rPr>
              <a:t>PPT，</a:t>
            </a:r>
            <a:r>
              <a:rPr lang="zh-CN" altLang="en-US">
                <a:solidFill>
                  <a:schemeClr val="tx1"/>
                </a:solidFill>
              </a:rPr>
              <a:t>上课主要使用</a:t>
            </a:r>
            <a:r>
              <a:rPr lang="en-US" altLang="zh-CN">
                <a:solidFill>
                  <a:schemeClr val="tx1"/>
                </a:solidFill>
              </a:rPr>
              <a:t>PPT。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PPT</a:t>
            </a:r>
            <a:r>
              <a:rPr lang="zh-CN" altLang="en-US">
                <a:solidFill>
                  <a:schemeClr val="tx1"/>
                </a:solidFill>
              </a:rPr>
              <a:t>会在每节课上课之前上传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8.</a:t>
            </a:r>
            <a:r>
              <a:rPr lang="zh-CN" altLang="en-US">
                <a:solidFill>
                  <a:schemeClr val="tx1"/>
                </a:solidFill>
              </a:rPr>
              <a:t>每节课结束时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会发下节课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课上例题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的题号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大家每节课上课之前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先把例题做一做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至少要把题意读一下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r>
              <a:rPr lang="zh-CN" altLang="en-US">
                <a:solidFill>
                  <a:schemeClr val="tx1"/>
                </a:solidFill>
              </a:rPr>
              <a:t>课上不留时间读题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9.</a:t>
            </a:r>
            <a:r>
              <a:rPr lang="zh-CN" altLang="en-US">
                <a:solidFill>
                  <a:schemeClr val="tx1"/>
                </a:solidFill>
              </a:rPr>
              <a:t>整理算法模版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10.</a:t>
            </a:r>
            <a:r>
              <a:rPr lang="zh-CN" altLang="en-US">
                <a:solidFill>
                  <a:schemeClr val="tx1"/>
                </a:solidFill>
              </a:rPr>
              <a:t>关于解题报告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对于错题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可以整理解题报告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粘贴题目链接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简单描述题意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错误思路及错误原因总结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正确思路</a:t>
            </a:r>
            <a:r>
              <a:rPr lang="en-US" altLang="zh-CN">
                <a:solidFill>
                  <a:schemeClr val="tx1"/>
                </a:solidFill>
              </a:rPr>
              <a:t>，AC</a:t>
            </a:r>
            <a:r>
              <a:rPr lang="zh-CN" altLang="en-US">
                <a:solidFill>
                  <a:schemeClr val="tx1"/>
                </a:solidFill>
              </a:rPr>
              <a:t>代码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反思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41755" y="194310"/>
            <a:ext cx="183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  <a:endParaRPr lang="en-US" altLang="zh-C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1755" y="650240"/>
            <a:ext cx="10300970" cy="553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>
              <a:buNone/>
            </a:pPr>
            <a:r>
              <a:rPr lang="en-US">
                <a:solidFill>
                  <a:schemeClr val="tx1"/>
                </a:solidFill>
              </a:rPr>
              <a:t>11.</a:t>
            </a:r>
            <a:r>
              <a:rPr lang="zh-CN" altLang="en-US">
                <a:solidFill>
                  <a:schemeClr val="tx1"/>
                </a:solidFill>
              </a:rPr>
              <a:t>关于课后作业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不留课后作业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r>
              <a:rPr lang="zh-CN" altLang="en-US">
                <a:solidFill>
                  <a:schemeClr val="tx1"/>
                </a:solidFill>
              </a:rPr>
              <a:t>大家下课后先独立做完课上例题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然后根据自己的实际情况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自行刷题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</a:rPr>
              <a:t>找题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按算法标签选题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再按难度排序</a:t>
            </a:r>
            <a:r>
              <a:rPr lang="en-US" altLang="zh-CN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1225" y="1526540"/>
            <a:ext cx="8244840" cy="3136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Tips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不要用刷题网站自带的编译器</a:t>
            </a:r>
            <a:r>
              <a:rPr lang="zh-CN" altLang="en-US">
                <a:solidFill>
                  <a:schemeClr val="tx1"/>
                </a:solidFill>
              </a:rPr>
              <a:t>写代码！！！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提交后的返回</a:t>
            </a:r>
            <a:r>
              <a:rPr lang="zh-CN" altLang="en-US">
                <a:solidFill>
                  <a:schemeClr val="tx1"/>
                </a:solidFill>
              </a:rPr>
              <a:t>结果：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9065" y="816610"/>
            <a:ext cx="9971405" cy="5044440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37640" y="781685"/>
            <a:ext cx="9317355" cy="5090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如何根据时间</a:t>
            </a:r>
            <a:r>
              <a:rPr lang="zh-CN" altLang="en-US"/>
              <a:t>复杂度判断是否超时</a:t>
            </a:r>
            <a:r>
              <a:rPr lang="en-US" altLang="zh-CN"/>
              <a:t>？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95705" y="1024255"/>
            <a:ext cx="9317355" cy="5090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如何根据时间</a:t>
            </a:r>
            <a:r>
              <a:rPr lang="zh-CN" altLang="en-US"/>
              <a:t>复杂度判断是否超时</a:t>
            </a:r>
            <a:r>
              <a:rPr lang="en-US" altLang="zh-CN"/>
              <a:t>？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时间复杂度的计算</a:t>
            </a:r>
            <a:r>
              <a:rPr lang="en-US" altLang="zh-CN"/>
              <a:t>---&gt;</a:t>
            </a:r>
            <a:r>
              <a:rPr lang="zh-CN" altLang="en-US"/>
              <a:t>数据结构课程复习</a:t>
            </a:r>
            <a:endParaRPr lang="en-US" altLang="zh-CN"/>
          </a:p>
          <a:p>
            <a:r>
              <a:rPr lang="en-US" altLang="zh-CN"/>
              <a:t>2.1</a:t>
            </a:r>
            <a:r>
              <a:rPr lang="en-US" altLang="zh-CN"/>
              <a:t>s=10^8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71980" y="1869440"/>
            <a:ext cx="8447405" cy="2910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 P1003</a:t>
            </a:r>
            <a:endParaRPr lang="zh-CN" altLang="en-US"/>
          </a:p>
          <a:p>
            <a:r>
              <a:rPr lang="en-US" altLang="zh-CN"/>
              <a:t>leetcode 59</a:t>
            </a:r>
            <a:endParaRPr lang="zh-CN" altLang="en-US"/>
          </a:p>
          <a:p>
            <a:r>
              <a:rPr lang="zh-CN" altLang="en-US"/>
              <a:t>洛谷</a:t>
            </a:r>
            <a:r>
              <a:rPr lang="en-US" altLang="zh-CN"/>
              <a:t> P1328</a:t>
            </a: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700" y="125730"/>
            <a:ext cx="1216025" cy="539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1290</Words>
  <Application>WPS 演示</Application>
  <PresentationFormat>宽屏</PresentationFormat>
  <Paragraphs>114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算法集训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18</cp:revision>
  <dcterms:created xsi:type="dcterms:W3CDTF">2025-02-11T14:00:00Z</dcterms:created>
  <dcterms:modified xsi:type="dcterms:W3CDTF">2025-02-12T08:04:09Z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4225EFD94A1149B5A2165585A25A8DB3_12</vt:lpwstr>
  </property>
  <property fmtid="{D5CDD505-2E9C-101B-9397-08002B2CF9AE}" pid="3" name="KSOProductBuildVer">
    <vt:lpwstr>2052-12.1.0.19770</vt:lpwstr>
  </property>
</Properties>
</file>