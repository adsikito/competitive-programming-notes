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2" r:id="rId3"/>
    <p:sldId id="268" r:id="rId4"/>
    <p:sldId id="263" r:id="rId5"/>
    <p:sldId id="264" r:id="rId6"/>
    <p:sldId id="265" r:id="rId7"/>
    <p:sldId id="266" r:id="rId8"/>
    <p:sldId id="267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https://leetcode.cn/problems/trapping-rain-water/solutions/616404/42-jie-yu-shui-shuang-zhi-zhen-dong-tai-wguic/</a:t>
            </a:r>
            <a:endParaRPr lang="zh-CN" altLang="en-US"/>
          </a:p>
          <a:p>
            <a:r>
              <a:rPr lang="zh-CN" altLang="en-US"/>
              <a:t>https://leetcode.cn/problems/trapping-rain-water/solutions/692342/jie-yu-shui-by-leetcode-solution-tuvc/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54810" y="473075"/>
            <a:ext cx="8700135" cy="1978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单调栈</a:t>
            </a:r>
            <a:r>
              <a:rPr lang="zh-CN" altLang="en-US"/>
              <a:t>：栈中的元素是严格单调递增或者递减的，也就是说：从栈底到栈顶，元素的值逐渐增大或者减小。</a:t>
            </a:r>
            <a:r>
              <a:rPr lang="zh-CN" altLang="en-US"/>
              <a:t>多用于求解元素的左右大小边界问题：</a:t>
            </a:r>
            <a:endParaRPr lang="zh-CN" altLang="en-US"/>
          </a:p>
          <a:p>
            <a:pPr indent="457200"/>
            <a:r>
              <a:rPr lang="zh-CN" altLang="en-US"/>
              <a:t>1：向左找第一个比自身大的数。</a:t>
            </a:r>
            <a:r>
              <a:rPr lang="en-US" altLang="zh-CN"/>
              <a:t> </a:t>
            </a:r>
            <a:endParaRPr lang="zh-CN" altLang="en-US"/>
          </a:p>
          <a:p>
            <a:pPr indent="457200"/>
            <a:r>
              <a:rPr lang="zh-CN" altLang="en-US"/>
              <a:t>2：向左找第一个比自身小的数。</a:t>
            </a:r>
            <a:r>
              <a:rPr lang="en-US" altLang="zh-CN"/>
              <a:t> </a:t>
            </a:r>
            <a:endParaRPr lang="zh-CN" altLang="en-US"/>
          </a:p>
          <a:p>
            <a:pPr indent="457200"/>
            <a:r>
              <a:rPr lang="zh-CN" altLang="en-US"/>
              <a:t>3：向右找第一个比自身大的数。</a:t>
            </a:r>
            <a:endParaRPr lang="zh-CN" altLang="en-US"/>
          </a:p>
          <a:p>
            <a:pPr indent="457200"/>
            <a:r>
              <a:rPr lang="zh-CN" altLang="en-US"/>
              <a:t>4：向右找第一个比自身小的数。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733550" y="2656205"/>
            <a:ext cx="8792845" cy="106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操作（以底到顶递增为</a:t>
            </a:r>
            <a:r>
              <a:rPr lang="zh-CN" altLang="en-US"/>
              <a:t>例）：</a:t>
            </a:r>
            <a:endParaRPr lang="zh-CN" altLang="en-US"/>
          </a:p>
          <a:p>
            <a:r>
              <a:rPr lang="zh-CN" altLang="en-US"/>
              <a:t>1. 如果新的元素比栈顶元素大，就入栈</a:t>
            </a:r>
            <a:endParaRPr lang="zh-CN" altLang="en-US"/>
          </a:p>
          <a:p>
            <a:r>
              <a:rPr lang="zh-CN" altLang="en-US"/>
              <a:t>2. 如果新的元素较小，那就一直把栈内元素弹出来，直到栈顶比新元素小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新元素入栈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27530" y="4406900"/>
            <a:ext cx="8699500" cy="1221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操作（以底到顶递</a:t>
            </a:r>
            <a:r>
              <a:rPr lang="zh-CN" altLang="en-US">
                <a:sym typeface="+mn-ea"/>
              </a:rPr>
              <a:t>减为例）：</a:t>
            </a:r>
            <a:endParaRPr lang="zh-CN" altLang="en-US"/>
          </a:p>
          <a:p>
            <a:r>
              <a:rPr lang="zh-CN" altLang="en-US">
                <a:sym typeface="+mn-ea"/>
              </a:rPr>
              <a:t>1. 如果新的元素比栈顶元素</a:t>
            </a:r>
            <a:r>
              <a:rPr lang="zh-CN" altLang="en-US">
                <a:sym typeface="+mn-ea"/>
              </a:rPr>
              <a:t>小，就入栈</a:t>
            </a:r>
            <a:endParaRPr lang="zh-CN" altLang="en-US"/>
          </a:p>
          <a:p>
            <a:r>
              <a:rPr lang="zh-CN" altLang="en-US">
                <a:sym typeface="+mn-ea"/>
              </a:rPr>
              <a:t>2. 如果新的元素较大，那就一直把栈内元素弹出来，直到栈顶比新元素大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新元素</a:t>
            </a:r>
            <a:r>
              <a:rPr lang="zh-CN" altLang="en-US">
                <a:sym typeface="+mn-ea"/>
              </a:rPr>
              <a:t>入栈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54810" y="473075"/>
            <a:ext cx="8700135" cy="1978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单调栈</a:t>
            </a:r>
            <a:r>
              <a:rPr lang="zh-CN" altLang="en-US"/>
              <a:t>：栈中的元素是严格单调递增或者递减的，也就是说：从栈底到栈顶，元素的值逐渐增大或者减小。</a:t>
            </a:r>
            <a:r>
              <a:rPr lang="zh-CN" altLang="en-US"/>
              <a:t>多用于求解元素的左右大小边界问题：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38985" y="1609090"/>
            <a:ext cx="8507095" cy="150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元素间大小判断：对于当前遍历到的数</a:t>
            </a:r>
            <a:r>
              <a:rPr lang="en-US" altLang="zh-CN"/>
              <a:t>，</a:t>
            </a:r>
            <a:r>
              <a:rPr lang="zh-CN" altLang="en-US"/>
              <a:t>栈顶为答案</a:t>
            </a:r>
            <a:r>
              <a:rPr lang="en-US" altLang="zh-CN"/>
              <a:t>。</a:t>
            </a:r>
            <a:endParaRPr lang="en-US" altLang="zh-CN"/>
          </a:p>
          <a:p>
            <a:pPr indent="457200"/>
            <a:r>
              <a:rPr lang="zh-CN" altLang="en-US">
                <a:sym typeface="+mn-ea"/>
              </a:rPr>
              <a:t>1：向左找第一个比自身大的数。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底到顶递减栈</a:t>
            </a:r>
            <a:r>
              <a:rPr lang="en-US" altLang="zh-CN">
                <a:sym typeface="+mn-ea"/>
              </a:rPr>
              <a:t> 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2：向左找第一个比自身小的数。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底到顶递增栈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3：向右找第一个比自身大的数。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底到顶递减栈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4：向右找第一个比自身小的数。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</a:t>
            </a:r>
            <a:r>
              <a:rPr lang="zh-CN" altLang="en-US">
                <a:sym typeface="+mn-ea"/>
              </a:rPr>
              <a:t>增栈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8985" y="3962400"/>
            <a:ext cx="7219950" cy="157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元素间大小判断：对于栈顶</a:t>
            </a:r>
            <a:r>
              <a:rPr lang="en-US" altLang="zh-CN"/>
              <a:t> </a:t>
            </a:r>
            <a:r>
              <a:rPr lang="zh-CN" altLang="en-US"/>
              <a:t>当前遍历到的</a:t>
            </a:r>
            <a:r>
              <a:rPr lang="zh-CN" altLang="en-US"/>
              <a:t>数为答案</a:t>
            </a:r>
            <a:r>
              <a:rPr lang="en-US" altLang="zh-CN"/>
              <a:t>。</a:t>
            </a:r>
            <a:endParaRPr lang="en-US" altLang="zh-CN"/>
          </a:p>
          <a:p>
            <a:pPr indent="457200"/>
            <a:r>
              <a:rPr lang="zh-CN" altLang="en-US">
                <a:sym typeface="+mn-ea"/>
              </a:rPr>
              <a:t>1：向左找第一个比自身大的数。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底到顶递减栈</a:t>
            </a:r>
            <a:r>
              <a:rPr lang="en-US" altLang="zh-CN">
                <a:sym typeface="+mn-ea"/>
              </a:rPr>
              <a:t> 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2：向左找第一个比自身小的数。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底到顶递增栈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3：向右找第一个比自身大的数。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底到顶递减栈</a:t>
            </a:r>
            <a:r>
              <a:rPr lang="en-US" altLang="zh-CN">
                <a:sym typeface="+mn-ea"/>
              </a:rPr>
              <a:t> 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4：向右找第一个比自身小的数。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左</a:t>
            </a:r>
            <a:r>
              <a:rPr lang="en-US" altLang="zh-CN">
                <a:sym typeface="+mn-ea"/>
              </a:rPr>
              <a:t>---&gt;</a:t>
            </a:r>
            <a:r>
              <a:rPr lang="zh-CN" altLang="en-US">
                <a:sym typeface="+mn-ea"/>
              </a:rPr>
              <a:t>右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底到顶递</a:t>
            </a:r>
            <a:r>
              <a:rPr lang="zh-CN" altLang="en-US">
                <a:sym typeface="+mn-ea"/>
              </a:rPr>
              <a:t>增栈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https://www.luogu.com.cn/problem/P5788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https://www.luogu.com.cn/problem/P5788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思路：求每个数后第一个大于他的数。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底到顶</a:t>
            </a:r>
            <a:r>
              <a:rPr lang="en-US" altLang="zh-CN"/>
              <a:t> </a:t>
            </a:r>
            <a:r>
              <a:rPr lang="zh-CN" altLang="en-US"/>
              <a:t>递减</a:t>
            </a:r>
            <a:r>
              <a:rPr lang="zh-CN" altLang="en-US"/>
              <a:t>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从后往前扫，对于每个</a:t>
            </a:r>
            <a:r>
              <a:rPr lang="zh-CN" altLang="en-US"/>
              <a:t>元素：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弹出栈顶比她小的元素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此时栈顶就是答案（</a:t>
            </a:r>
            <a:r>
              <a:rPr lang="zh-CN" altLang="en-US">
                <a:sym typeface="+mn-ea"/>
              </a:rPr>
              <a:t>放到一个数组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加入这个元素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输出答案</a:t>
            </a:r>
            <a:r>
              <a:rPr lang="zh-CN" altLang="en-US"/>
              <a:t>数组。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38595" y="1704340"/>
            <a:ext cx="5426710" cy="3963670"/>
          </a:xfrm>
          <a:prstGeom prst="rect">
            <a:avLst/>
          </a:prstGeom>
        </p:spPr>
      </p:pic>
      <p:pic>
        <p:nvPicPr>
          <p:cNvPr id="4" name="图片 3" descr="1482C5B85D0F37A172F96B28B064D1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https://leetcode.cn/problems/trapping-rain-water/description/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https://leetcode.cn/problems/trapping-rain-water/description/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思路：按</a:t>
            </a:r>
            <a:r>
              <a:rPr lang="zh-CN" altLang="en-US"/>
              <a:t>行计算</a:t>
            </a:r>
            <a:endParaRPr lang="zh-CN" altLang="en-US"/>
          </a:p>
          <a:p>
            <a:r>
              <a:rPr lang="zh-CN" altLang="en-US"/>
              <a:t>我们需要寻找一个元素的</a:t>
            </a:r>
            <a:r>
              <a:rPr lang="en-US" altLang="zh-CN"/>
              <a:t> </a:t>
            </a:r>
            <a:r>
              <a:rPr lang="zh-CN" altLang="en-US"/>
              <a:t>右边最大元素以及左边最大元素，来计算雨水面积。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单调栈：底到顶</a:t>
            </a:r>
            <a:r>
              <a:rPr lang="en-US" altLang="zh-CN"/>
              <a:t> </a:t>
            </a:r>
            <a:r>
              <a:rPr lang="zh-CN" altLang="en-US"/>
              <a:t>递减。</a:t>
            </a:r>
            <a:r>
              <a:rPr lang="en-US" altLang="zh-CN"/>
              <a:t>----</a:t>
            </a:r>
            <a:r>
              <a:rPr lang="zh-CN" altLang="en-US"/>
              <a:t>》下标入栈</a:t>
            </a:r>
            <a:r>
              <a:rPr lang="en-US" altLang="zh-CN"/>
              <a:t> </a:t>
            </a:r>
            <a:r>
              <a:rPr lang="zh-CN" altLang="en-US"/>
              <a:t>为了方便求宽度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当枚举的</a:t>
            </a:r>
            <a:r>
              <a:rPr lang="zh-CN" altLang="en-US">
                <a:solidFill>
                  <a:srgbClr val="FF0000"/>
                </a:solidFill>
              </a:rPr>
              <a:t>将要入栈的元素大于栈顶</a:t>
            </a:r>
            <a:r>
              <a:rPr lang="zh-CN" altLang="en-US"/>
              <a:t>时，说明出现了凹槽，计算该凹槽的蓄水</a:t>
            </a:r>
            <a:r>
              <a:rPr lang="zh-CN" altLang="en-US"/>
              <a:t>量：</a:t>
            </a:r>
            <a:endParaRPr lang="zh-CN" altLang="en-US"/>
          </a:p>
          <a:p>
            <a:r>
              <a:rPr lang="zh-CN" altLang="en-US"/>
              <a:t>例如：栈内元素：</a:t>
            </a:r>
            <a:r>
              <a:rPr lang="en-US" altLang="zh-CN"/>
              <a:t>2 1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要入栈，</a:t>
            </a:r>
            <a:r>
              <a:rPr lang="en-US" altLang="zh-CN"/>
              <a:t>3</a:t>
            </a:r>
            <a:r>
              <a:rPr lang="zh-CN" altLang="en-US"/>
              <a:t>比栈顶大，出现了凹槽。凹槽右边是将入栈的元素，左边是栈顶向下第一个大于栈顶的元素。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怎么计算蓄水量：高</a:t>
            </a:r>
            <a:r>
              <a:rPr lang="en-US" altLang="zh-CN"/>
              <a:t>*</a:t>
            </a:r>
            <a:r>
              <a:rPr lang="zh-CN" altLang="en-US"/>
              <a:t>宽。宽是下标的差值，高是下标对应的元素</a:t>
            </a:r>
            <a:r>
              <a:rPr lang="zh-CN" altLang="en-US"/>
              <a:t>值。</a:t>
            </a:r>
            <a:endParaRPr lang="zh-CN" altLang="en-US"/>
          </a:p>
          <a:p>
            <a:r>
              <a:rPr lang="zh-CN" altLang="en-US"/>
              <a:t>所以栈中存下标。所以：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将要入栈的元素大于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栈顶下标对应的元素</a:t>
            </a:r>
            <a:r>
              <a:rPr lang="zh-CN" altLang="en-US">
                <a:sym typeface="+mn-ea"/>
              </a:rPr>
              <a:t>时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，说明出现了凹槽。此时将栈顶记录下来之后，不断出栈，直到新的栈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顶大于旧栈顶。记：新栈顶为</a:t>
            </a:r>
            <a:r>
              <a:rPr lang="en-US" altLang="zh-CN">
                <a:sym typeface="+mn-ea"/>
              </a:rPr>
              <a:t>ntop</a:t>
            </a:r>
            <a:r>
              <a:rPr lang="zh-CN" altLang="en-US">
                <a:sym typeface="+mn-ea"/>
              </a:rPr>
              <a:t>，旧栈顶为</a:t>
            </a:r>
            <a:r>
              <a:rPr lang="en-US" altLang="zh-CN">
                <a:sym typeface="+mn-ea"/>
              </a:rPr>
              <a:t>top,</a:t>
            </a:r>
            <a:r>
              <a:rPr lang="zh-CN" altLang="en-US">
                <a:sym typeface="+mn-ea"/>
              </a:rPr>
              <a:t>将入栈的下标为</a:t>
            </a:r>
            <a:r>
              <a:rPr lang="en-US" altLang="zh-CN">
                <a:sym typeface="+mn-ea"/>
              </a:rPr>
              <a:t>i,</a:t>
            </a:r>
            <a:endParaRPr lang="en-US" altLang="zh-CN">
              <a:sym typeface="+mn-ea"/>
            </a:endParaRPr>
          </a:p>
          <a:p>
            <a:r>
              <a:rPr lang="zh-CN" altLang="en-US"/>
              <a:t>则：宽</a:t>
            </a:r>
            <a:r>
              <a:rPr lang="en-US" altLang="zh-CN"/>
              <a:t>= i-top-1 </a:t>
            </a:r>
            <a:r>
              <a:rPr lang="zh-CN" altLang="en-US"/>
              <a:t>高</a:t>
            </a:r>
            <a:r>
              <a:rPr lang="en-US" altLang="zh-CN"/>
              <a:t>=min(h[ntop],h[i])-h[top]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89315" y="3738245"/>
            <a:ext cx="2133600" cy="231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79760" y="3738245"/>
            <a:ext cx="581025" cy="1695450"/>
          </a:xfrm>
          <a:prstGeom prst="rect">
            <a:avLst/>
          </a:prstGeom>
        </p:spPr>
      </p:pic>
      <p:pic>
        <p:nvPicPr>
          <p:cNvPr id="6" name="图片 5" descr="1482C5B85D0F37A172F96B28B064D1A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236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LCR 145</a:t>
            </a:r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jNhN2QzNzIxYTMxZDA2OTMyYTljMDA5MmRhYmMwNjcifQ=="/>
  <p:tag name="KSO_WPP_MARK_KEY" val="765d72bc-080b-4bc4-bb0a-fa87ea8497e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WPS 演示</Application>
  <PresentationFormat>宽屏</PresentationFormat>
  <Paragraphs>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26</cp:revision>
  <dcterms:created xsi:type="dcterms:W3CDTF">2025-03-22T13:48:07Z</dcterms:created>
  <dcterms:modified xsi:type="dcterms:W3CDTF">2025-03-22T13:48:07Z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A9631B755C79430E831B8D2A6EB9E765_12</vt:lpwstr>
  </property>
  <property fmtid="{D5CDD505-2E9C-101B-9397-08002B2CF9AE}" pid="3" name="KSOProductBuildVer">
    <vt:lpwstr>2052-6.15.2.8936</vt:lpwstr>
  </property>
</Properties>
</file>