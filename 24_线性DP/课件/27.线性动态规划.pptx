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56" r:id="rId3"/>
    <p:sldId id="357" r:id="rId4"/>
    <p:sldId id="361" r:id="rId5"/>
    <p:sldId id="362" r:id="rId6"/>
    <p:sldId id="363" r:id="rId7"/>
    <p:sldId id="365" r:id="rId8"/>
    <p:sldId id="364" r:id="rId9"/>
    <p:sldId id="366" r:id="rId10"/>
    <p:sldId id="367" r:id="rId11"/>
    <p:sldId id="359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6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动态规划（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DP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）做题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步骤：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最优子结构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重叠子问题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-----》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最值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1.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确定状态：即找状态数组。（可以尝试用一句话来描述问题，其中涉及到的参数就是状态数组的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下标）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2.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确定状态转移方程。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3.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初始化状态数组：即找初始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状态。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4.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写状态转移部分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代码。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5.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输出题目要求的状态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(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大部分是最终状态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)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线性动态规划：（线性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DP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）是具有线性阶段划分的动态规划算法，也称线性DP。若状态包含多个维度，则每个维度都是线性划分的阶段，也属于线性DP，如下图所示：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其是在线性结构上进行状态转移，这类问题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没有有固定的模板。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经典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例题：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lvl="2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序列问题：最长上升子序列，最长公共子序列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914400" lvl="2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最短编辑距离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问题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914400" lvl="2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914400" lvl="2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.......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其他各种各样的题目，慢慢刷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题即可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/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555240" y="1812290"/>
            <a:ext cx="6829425" cy="1295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https://www.luogu.com.cn/problem/B3637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https://www.luogu.com.cn/problem/B3637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r>
              <a:rPr lang="en-US" altLang="zh-CN"/>
              <a:t> </a:t>
            </a:r>
            <a:r>
              <a:rPr lang="zh-CN" altLang="en-US"/>
              <a:t>可以发现任意一个子序列肯定是以数组中某个数</a:t>
            </a:r>
            <a:r>
              <a:rPr lang="en-US" altLang="zh-CN"/>
              <a:t>a[i]</a:t>
            </a:r>
            <a:r>
              <a:rPr lang="zh-CN" altLang="en-US"/>
              <a:t>结尾</a:t>
            </a:r>
            <a:r>
              <a:rPr lang="en-US" altLang="zh-CN"/>
              <a:t>(</a:t>
            </a:r>
            <a:r>
              <a:rPr lang="zh-CN" altLang="en-US"/>
              <a:t>很有道理</a:t>
            </a:r>
            <a:r>
              <a:rPr lang="zh-CN" altLang="en-US"/>
              <a:t>的废话</a:t>
            </a:r>
            <a:r>
              <a:rPr lang="en-US" altLang="zh-CN"/>
              <a:t>)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那么，数组中任意一个元素</a:t>
            </a:r>
            <a:r>
              <a:rPr lang="en-US" altLang="zh-CN"/>
              <a:t>a[i]</a:t>
            </a:r>
            <a:r>
              <a:rPr lang="zh-CN" altLang="en-US"/>
              <a:t>都会是某个上升子序列的结尾。那么我们可以直接找分别以每个元素结尾的最长上升子序列，一共有</a:t>
            </a:r>
            <a:r>
              <a:rPr lang="en-US" altLang="zh-CN"/>
              <a:t>n</a:t>
            </a:r>
            <a:r>
              <a:rPr lang="zh-CN" altLang="en-US"/>
              <a:t>个，这</a:t>
            </a:r>
            <a:r>
              <a:rPr lang="en-US" altLang="zh-CN"/>
              <a:t>n</a:t>
            </a:r>
            <a:r>
              <a:rPr lang="zh-CN" altLang="en-US"/>
              <a:t>个取最大值，则是本题</a:t>
            </a:r>
            <a:r>
              <a:rPr lang="zh-CN" altLang="en-US"/>
              <a:t>答案。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则：定义</a:t>
            </a:r>
            <a:r>
              <a:rPr lang="en-US" altLang="zh-CN"/>
              <a:t>dp[i]=x</a:t>
            </a:r>
            <a:r>
              <a:rPr lang="zh-CN" altLang="en-US"/>
              <a:t>：表示以</a:t>
            </a:r>
            <a:r>
              <a:rPr lang="en-US" altLang="zh-CN"/>
              <a:t>a[i]</a:t>
            </a:r>
            <a:r>
              <a:rPr lang="zh-CN" altLang="en-US"/>
              <a:t>结尾的最长上升子序列的长度为</a:t>
            </a:r>
            <a:r>
              <a:rPr lang="en-US" altLang="zh-CN"/>
              <a:t>x.</a:t>
            </a:r>
            <a:endParaRPr lang="en-US" altLang="zh-CN"/>
          </a:p>
          <a:p>
            <a:pPr indent="457200"/>
            <a:r>
              <a:rPr lang="zh-CN" altLang="en-US">
                <a:sym typeface="+mn-ea"/>
              </a:rPr>
              <a:t>假设</a:t>
            </a:r>
            <a:r>
              <a:rPr lang="en-US" altLang="zh-CN">
                <a:sym typeface="+mn-ea"/>
              </a:rPr>
              <a:t>dp[1~(i-1)]</a:t>
            </a:r>
            <a:r>
              <a:rPr lang="zh-CN" altLang="en-US">
                <a:sym typeface="+mn-ea"/>
              </a:rPr>
              <a:t>已求出，以</a:t>
            </a:r>
            <a:r>
              <a:rPr lang="en-US" altLang="zh-CN">
                <a:sym typeface="+mn-ea"/>
              </a:rPr>
              <a:t>a[i]</a:t>
            </a:r>
            <a:r>
              <a:rPr lang="zh-CN" altLang="en-US">
                <a:sym typeface="+mn-ea"/>
              </a:rPr>
              <a:t>结尾的最长上升子序列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应该是在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分别以</a:t>
            </a:r>
            <a:r>
              <a:rPr lang="en-US" altLang="zh-CN">
                <a:sym typeface="+mn-ea"/>
              </a:rPr>
              <a:t>a[1],a[2]...a[i-1]</a:t>
            </a:r>
            <a:r>
              <a:rPr lang="zh-CN" altLang="en-US">
                <a:sym typeface="+mn-ea"/>
              </a:rPr>
              <a:t>结尾的最长上升子序列后面接上</a:t>
            </a:r>
            <a:r>
              <a:rPr lang="en-US" altLang="zh-CN">
                <a:sym typeface="+mn-ea"/>
              </a:rPr>
              <a:t>a[i]</a:t>
            </a:r>
            <a:r>
              <a:rPr lang="zh-CN" altLang="en-US">
                <a:sym typeface="+mn-ea"/>
              </a:rPr>
              <a:t>，但是要保证</a:t>
            </a:r>
            <a:r>
              <a:rPr lang="en-US" altLang="zh-CN">
                <a:sym typeface="+mn-ea"/>
              </a:rPr>
              <a:t> a[i]&gt;a[j],(j</a:t>
            </a:r>
            <a:r>
              <a:rPr lang="zh-CN" altLang="en-US">
                <a:sym typeface="+mn-ea"/>
              </a:rPr>
              <a:t>属于</a:t>
            </a:r>
            <a:r>
              <a:rPr lang="en-US" altLang="zh-CN">
                <a:sym typeface="+mn-ea"/>
              </a:rPr>
              <a:t>1~~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n-1</a:t>
            </a:r>
            <a:r>
              <a:rPr lang="zh-CN" altLang="en-US">
                <a:sym typeface="+mn-ea"/>
              </a:rPr>
              <a:t>）</a:t>
            </a:r>
            <a:r>
              <a:rPr lang="en-US" altLang="zh-CN">
                <a:sym typeface="+mn-ea"/>
              </a:rPr>
              <a:t>)</a:t>
            </a:r>
            <a:endParaRPr lang="zh-CN" altLang="en-US">
              <a:sym typeface="+mn-ea"/>
            </a:endParaRPr>
          </a:p>
          <a:p>
            <a:pPr indent="457200"/>
            <a:endParaRPr lang="zh-CN" altLang="en-US">
              <a:sym typeface="+mn-ea"/>
            </a:endParaRPr>
          </a:p>
          <a:p>
            <a:pPr marL="0" lvl="0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状态转移公式：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if(a[j]&lt;a[i]) dp[i]=max(dp[i],dp[j]+1).(j&lt;i)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初始状态：初始认为每个元素各自为一个序列：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dp[1~n]=1.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答案：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max(dp[1]~dp[n]).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0" lvl="0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457200"/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https://leetcode.cn/problems/qJnOS7/description/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https://leetcode.cn/problems/qJnOS7/description/</a:t>
            </a:r>
            <a:endParaRPr>
              <a:sym typeface="+mn-ea"/>
            </a:endParaRPr>
          </a:p>
          <a:p>
            <a:r>
              <a:rPr>
                <a:sym typeface="+mn-ea"/>
              </a:rPr>
              <a:t>最长公共子序列</a:t>
            </a:r>
            <a:r>
              <a:rPr lang="en-US">
                <a:sym typeface="+mn-ea"/>
              </a:rPr>
              <a:t>:LCS</a:t>
            </a:r>
            <a:endParaRPr 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10326370" cy="5440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思路：一句话描述问题：求出</a:t>
            </a:r>
            <a:r>
              <a:rPr lang="en-US" altLang="zh-CN"/>
              <a:t> </a:t>
            </a:r>
            <a:r>
              <a:rPr lang="zh-CN" altLang="en-US"/>
              <a:t>第一个序列（</a:t>
            </a:r>
            <a:r>
              <a:rPr lang="en-US" altLang="zh-CN"/>
              <a:t>1~L1</a:t>
            </a:r>
            <a:r>
              <a:rPr lang="zh-CN" altLang="en-US"/>
              <a:t>）与第二个序列（</a:t>
            </a:r>
            <a:r>
              <a:rPr lang="en-US" altLang="zh-CN"/>
              <a:t>1~L2</a:t>
            </a:r>
            <a:r>
              <a:rPr lang="zh-CN" altLang="en-US"/>
              <a:t>）的公共（不）连续</a:t>
            </a:r>
            <a:r>
              <a:rPr lang="zh-CN" altLang="en-US"/>
              <a:t>子序列。</a:t>
            </a:r>
            <a:endParaRPr lang="zh-CN" altLang="en-US"/>
          </a:p>
          <a:p>
            <a:r>
              <a:rPr lang="zh-CN" altLang="en-US"/>
              <a:t>即求出第一个序列的以</a:t>
            </a:r>
            <a:r>
              <a:rPr lang="en-US" altLang="zh-CN"/>
              <a:t>P1[L1]</a:t>
            </a:r>
            <a:r>
              <a:rPr lang="zh-CN" altLang="en-US"/>
              <a:t>结尾的子串与</a:t>
            </a:r>
            <a:r>
              <a:rPr lang="zh-CN" altLang="en-US">
                <a:sym typeface="+mn-ea"/>
              </a:rPr>
              <a:t>第二个序列的以</a:t>
            </a:r>
            <a:r>
              <a:rPr lang="en-US" altLang="zh-CN">
                <a:sym typeface="+mn-ea"/>
              </a:rPr>
              <a:t>P2[L2]</a:t>
            </a:r>
            <a:r>
              <a:rPr lang="zh-CN" altLang="en-US">
                <a:sym typeface="+mn-ea"/>
              </a:rPr>
              <a:t>结尾的子串的公共（不）连续子序列。</a:t>
            </a:r>
            <a:endParaRPr lang="zh-CN" altLang="en-US"/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则状态数组：</a:t>
            </a:r>
            <a:r>
              <a:rPr lang="en-US" altLang="zh-CN">
                <a:sym typeface="+mn-ea"/>
              </a:rPr>
              <a:t>dp[i][j]=x :来表示第一个串的前i位，第二个串的前j位的LCS的长度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考虑算</a:t>
            </a:r>
            <a:r>
              <a:rPr lang="en-US" altLang="zh-CN">
                <a:sym typeface="+mn-ea"/>
              </a:rPr>
              <a:t>dp[i][j],</a:t>
            </a:r>
            <a:r>
              <a:rPr lang="zh-CN" altLang="en-US">
                <a:sym typeface="+mn-ea"/>
              </a:rPr>
              <a:t>假设</a:t>
            </a:r>
            <a:r>
              <a:rPr lang="en-US" altLang="zh-CN">
                <a:sym typeface="+mn-ea"/>
              </a:rPr>
              <a:t>dp[i][j]</a:t>
            </a:r>
            <a:r>
              <a:rPr lang="zh-CN" altLang="en-US">
                <a:sym typeface="+mn-ea"/>
              </a:rPr>
              <a:t>之前的已</a:t>
            </a:r>
            <a:r>
              <a:rPr lang="zh-CN" altLang="en-US">
                <a:sym typeface="+mn-ea"/>
              </a:rPr>
              <a:t>算出。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初始状态：一开始认为没有</a:t>
            </a:r>
            <a:r>
              <a:rPr lang="en-US" altLang="zh-CN">
                <a:sym typeface="+mn-ea"/>
              </a:rPr>
              <a:t>LCS</a:t>
            </a:r>
            <a:endParaRPr lang="en-US" altLang="zh-CN">
              <a:sym typeface="+mn-ea"/>
            </a:endParaRPr>
          </a:p>
          <a:p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答案：</a:t>
            </a:r>
            <a:r>
              <a:rPr lang="en-US" altLang="zh-CN">
                <a:sym typeface="+mn-ea"/>
              </a:rPr>
              <a:t>dp[L1][L2]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01340" y="3429000"/>
            <a:ext cx="4791075" cy="1743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https://www.luogu.com.cn/problem/P2758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987280" cy="4732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https://www.luogu.com.cn/problem/P2758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10251440" cy="541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思路：设字符串从</a:t>
            </a:r>
            <a:r>
              <a:rPr lang="en-US" altLang="zh-CN"/>
              <a:t>0</a:t>
            </a:r>
            <a:r>
              <a:rPr lang="zh-CN" altLang="en-US"/>
              <a:t>下标开始</a:t>
            </a:r>
            <a:r>
              <a:rPr lang="zh-CN" altLang="en-US"/>
              <a:t>存储</a:t>
            </a:r>
            <a:endParaRPr lang="zh-CN" altLang="en-US"/>
          </a:p>
          <a:p>
            <a:r>
              <a:rPr lang="zh-CN" altLang="en-US"/>
              <a:t>描述题意：求串</a:t>
            </a:r>
            <a:r>
              <a:rPr lang="en-US" altLang="zh-CN"/>
              <a:t>A</a:t>
            </a:r>
            <a:r>
              <a:rPr lang="zh-CN" altLang="en-US"/>
              <a:t>到串</a:t>
            </a:r>
            <a:r>
              <a:rPr lang="en-US" altLang="zh-CN"/>
              <a:t>B</a:t>
            </a:r>
            <a:r>
              <a:rPr lang="zh-CN" altLang="en-US"/>
              <a:t>编辑距离。即将串</a:t>
            </a:r>
            <a:r>
              <a:rPr lang="en-US" altLang="zh-CN"/>
              <a:t>A[1~~n]</a:t>
            </a:r>
            <a:r>
              <a:rPr lang="zh-CN" altLang="en-US"/>
              <a:t>最少经过多少次操作可以变成串</a:t>
            </a:r>
            <a:r>
              <a:rPr lang="en-US" altLang="zh-CN"/>
              <a:t>B[1~~m]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则</a:t>
            </a:r>
            <a:r>
              <a:rPr lang="en-US" altLang="zh-CN"/>
              <a:t> </a:t>
            </a:r>
            <a:r>
              <a:rPr lang="zh-CN" altLang="en-US"/>
              <a:t>状态数组：</a:t>
            </a:r>
            <a:r>
              <a:rPr lang="en-US" altLang="zh-CN"/>
              <a:t>dp[i][j]=x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将串</a:t>
            </a:r>
            <a:r>
              <a:rPr lang="en-US" altLang="zh-CN">
                <a:sym typeface="+mn-ea"/>
              </a:rPr>
              <a:t>A[1~~i]</a:t>
            </a:r>
            <a:r>
              <a:rPr lang="zh-CN" altLang="en-US">
                <a:sym typeface="+mn-ea"/>
              </a:rPr>
              <a:t>最少经过</a:t>
            </a:r>
            <a:r>
              <a:rPr lang="en-US" altLang="zh-CN">
                <a:sym typeface="+mn-ea"/>
              </a:rPr>
              <a:t>x</a:t>
            </a:r>
            <a:r>
              <a:rPr lang="zh-CN" altLang="en-US">
                <a:sym typeface="+mn-ea"/>
              </a:rPr>
              <a:t>操作可以变成串</a:t>
            </a:r>
            <a:r>
              <a:rPr lang="en-US" altLang="zh-CN">
                <a:sym typeface="+mn-ea"/>
              </a:rPr>
              <a:t>B[1~~j]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考虑求</a:t>
            </a:r>
            <a:r>
              <a:rPr lang="en-US" altLang="zh-CN"/>
              <a:t>dp[i][j],</a:t>
            </a:r>
            <a:r>
              <a:rPr lang="zh-CN" altLang="en-US"/>
              <a:t>假设</a:t>
            </a:r>
            <a:r>
              <a:rPr lang="en-US" altLang="zh-CN"/>
              <a:t>dp</a:t>
            </a:r>
            <a:r>
              <a:rPr lang="zh-CN" altLang="en-US"/>
              <a:t>之前的数据已经求出。</a:t>
            </a:r>
            <a:endParaRPr lang="zh-CN" altLang="en-US"/>
          </a:p>
          <a:p>
            <a:r>
              <a:rPr lang="en-US"/>
              <a:t>1.</a:t>
            </a:r>
            <a:r>
              <a:rPr lang="en-US" altLang="zh-CN"/>
              <a:t>if(a[i]==b[j])dp[i][j] = dp[i - 1][j - 1]:</a:t>
            </a:r>
            <a:endParaRPr lang="en-US" altLang="zh-CN"/>
          </a:p>
          <a:p>
            <a:r>
              <a:rPr lang="en-US" altLang="zh-CN"/>
              <a:t>因为在a前i - 1个字符串最少能通过dp[i - 1][j - 1]次操作转化为b前j - 1个字符串的基础上什么都不干，a前i个字符串也能通过最少dp[i - 1][j - 1]次操作就能与b前j个字符相等，dp[i][j] 自然就与 dp[i - 1][j - 1] 相等了。</a:t>
            </a:r>
            <a:endParaRPr lang="en-US" altLang="zh-CN"/>
          </a:p>
          <a:p>
            <a:r>
              <a:rPr lang="en-US" altLang="zh-CN"/>
              <a:t>2.if(</a:t>
            </a:r>
            <a:r>
              <a:rPr lang="en-US" altLang="zh-CN">
                <a:sym typeface="+mn-ea"/>
              </a:rPr>
              <a:t>a[i]!=b[j]</a:t>
            </a:r>
            <a:r>
              <a:rPr lang="en-US" altLang="zh-CN"/>
              <a:t>)</a:t>
            </a:r>
            <a:r>
              <a:rPr lang="zh-CN" altLang="en-US"/>
              <a:t>三种情况取</a:t>
            </a:r>
            <a:r>
              <a:rPr lang="en-US" altLang="zh-CN"/>
              <a:t>min:</a:t>
            </a:r>
            <a:endParaRPr lang="en-US" altLang="zh-CN"/>
          </a:p>
          <a:p>
            <a:r>
              <a:rPr lang="en-US" altLang="zh-CN"/>
              <a:t>(1)添加：dp[i][j - 1] + 1 →dp[i][j]</a:t>
            </a:r>
            <a:endParaRPr lang="en-US" altLang="zh-CN"/>
          </a:p>
          <a:p>
            <a:r>
              <a:rPr lang="en-US" altLang="zh-CN"/>
              <a:t>dp[i][j - 1]在之前的dp中已经算好了，dp[i][j - 1]表示a前i个字符最少能通过dp[i][j - 1]次操作转化为b前j - 1个字符。</a:t>
            </a:r>
            <a:r>
              <a:rPr lang="zh-CN" altLang="en-US"/>
              <a:t>此时再在</a:t>
            </a:r>
            <a:r>
              <a:rPr lang="en-US" altLang="zh-CN"/>
              <a:t>a[i]</a:t>
            </a:r>
            <a:r>
              <a:rPr lang="zh-CN" altLang="en-US"/>
              <a:t>后面加一个</a:t>
            </a:r>
            <a:r>
              <a:rPr lang="en-US" altLang="zh-CN"/>
              <a:t>b[j],</a:t>
            </a:r>
            <a:r>
              <a:rPr lang="zh-CN" altLang="en-US"/>
              <a:t>则</a:t>
            </a:r>
            <a:r>
              <a:rPr lang="en-US" altLang="zh-CN">
                <a:sym typeface="+mn-ea"/>
              </a:rPr>
              <a:t>转化为b前j 个字符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(2)删除：dp[i - 1][j] + 1 </a:t>
            </a:r>
            <a:r>
              <a:rPr lang="zh-CN" altLang="en-US">
                <a:sym typeface="+mn-ea"/>
              </a:rPr>
              <a:t>→ dp[i][j]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dp[i</a:t>
            </a:r>
            <a:r>
              <a:rPr lang="en-US" altLang="zh-CN">
                <a:sym typeface="+mn-ea"/>
              </a:rPr>
              <a:t>- 1</a:t>
            </a:r>
            <a:r>
              <a:rPr lang="en-US" altLang="zh-CN">
                <a:sym typeface="+mn-ea"/>
              </a:rPr>
              <a:t>][j ]表示a前i-1个字符最少能通过dp[i-1][j ]次操作转化为b前j 个字符。</a:t>
            </a:r>
            <a:r>
              <a:rPr lang="zh-CN" altLang="en-US">
                <a:sym typeface="+mn-ea"/>
              </a:rPr>
              <a:t>此时再将</a:t>
            </a:r>
            <a:r>
              <a:rPr lang="en-US" altLang="zh-CN">
                <a:sym typeface="+mn-ea"/>
              </a:rPr>
              <a:t>a[i]</a:t>
            </a:r>
            <a:r>
              <a:rPr lang="zh-CN" altLang="en-US">
                <a:sym typeface="+mn-ea"/>
              </a:rPr>
              <a:t>删掉</a:t>
            </a:r>
            <a:r>
              <a:rPr lang="en-US" altLang="zh-CN">
                <a:sym typeface="+mn-ea"/>
              </a:rPr>
              <a:t>,</a:t>
            </a:r>
            <a:r>
              <a:rPr lang="zh-CN" altLang="en-US">
                <a:sym typeface="+mn-ea"/>
              </a:rPr>
              <a:t>则将</a:t>
            </a:r>
            <a:r>
              <a:rPr lang="en-US" altLang="zh-CN">
                <a:sym typeface="+mn-ea"/>
              </a:rPr>
              <a:t>a前i个字符</a:t>
            </a:r>
            <a:r>
              <a:rPr lang="en-US" altLang="zh-CN">
                <a:sym typeface="+mn-ea"/>
              </a:rPr>
              <a:t>转化为b前j 个字符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(3)</a:t>
            </a:r>
            <a:r>
              <a:rPr lang="zh-CN" altLang="en-US">
                <a:sym typeface="+mn-ea"/>
              </a:rPr>
              <a:t>替换：dp[i - 1][j - 1] + 1 → dp[i][j]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只需要把a[i]替换成b[j]就行了，所以dp[i][j] = dp[i - 1][j - 1] + 1。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>
                <a:sym typeface="+mn-ea"/>
              </a:rPr>
              <a:t>https://www.luogu.com.cn/problem/P2758</a:t>
            </a:r>
            <a:endParaRPr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10251440" cy="5410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初始状态：f[i][0]=i,f[0][j]=j,就是全部删除和全部插入。空串的</a:t>
            </a:r>
            <a:r>
              <a:rPr lang="zh-CN" altLang="en-US">
                <a:sym typeface="+mn-ea"/>
              </a:rPr>
              <a:t>情况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答案：</a:t>
            </a:r>
            <a:r>
              <a:rPr lang="en-US" altLang="zh-CN">
                <a:sym typeface="+mn-ea"/>
              </a:rPr>
              <a:t>dp[n][m]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847090" y="381635"/>
            <a:ext cx="11097895" cy="6219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区间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dp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洛谷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：P4170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457200" lvl="1" indent="457200">
              <a:buNone/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           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/>
          </a:p>
        </p:txBody>
      </p:sp>
      <p:sp>
        <p:nvSpPr>
          <p:cNvPr id="2" name="文本框 1"/>
          <p:cNvSpPr txBox="1"/>
          <p:nvPr/>
        </p:nvSpPr>
        <p:spPr>
          <a:xfrm>
            <a:off x="12394565" y="-3733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870180" y="-5943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1984</Words>
  <Application>WPS 演示</Application>
  <PresentationFormat>宽屏</PresentationFormat>
  <Paragraphs>134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71</cp:revision>
  <dcterms:created xsi:type="dcterms:W3CDTF">2025-05-15T13:43:29Z</dcterms:created>
  <dcterms:modified xsi:type="dcterms:W3CDTF">2025-05-15T13:43:29Z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2052-6.15.2.8936</vt:lpwstr>
  </property>
</Properties>
</file>